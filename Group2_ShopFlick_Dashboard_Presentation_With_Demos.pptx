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7F292C-F6E3-4CE5-A2A0-A1115763818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3CB836C-467E-4DFE-BF00-72483D902C45}">
      <dgm:prSet/>
      <dgm:spPr/>
      <dgm:t>
        <a:bodyPr/>
        <a:lstStyle/>
        <a:p>
          <a:r>
            <a:rPr lang="en-US" dirty="0"/>
            <a:t>What are the top-selling products by revenue?</a:t>
          </a:r>
        </a:p>
      </dgm:t>
    </dgm:pt>
    <dgm:pt modelId="{60FE0D94-1FF6-47D4-9B2A-255FF66DC18D}" type="parTrans" cxnId="{52ADB0FE-FDE5-4139-8DAB-5DD5D1BF90AE}">
      <dgm:prSet/>
      <dgm:spPr/>
      <dgm:t>
        <a:bodyPr/>
        <a:lstStyle/>
        <a:p>
          <a:endParaRPr lang="en-US"/>
        </a:p>
      </dgm:t>
    </dgm:pt>
    <dgm:pt modelId="{CF91F575-DFD6-4106-8814-7BAD885FD565}" type="sibTrans" cxnId="{52ADB0FE-FDE5-4139-8DAB-5DD5D1BF90AE}">
      <dgm:prSet/>
      <dgm:spPr/>
      <dgm:t>
        <a:bodyPr/>
        <a:lstStyle/>
        <a:p>
          <a:endParaRPr lang="en-US"/>
        </a:p>
      </dgm:t>
    </dgm:pt>
    <dgm:pt modelId="{1B71440D-2F52-4D00-B711-6E45F6948F12}">
      <dgm:prSet/>
      <dgm:spPr/>
      <dgm:t>
        <a:bodyPr/>
        <a:lstStyle/>
        <a:p>
          <a:r>
            <a:rPr lang="en-US" dirty="0"/>
            <a:t>How are sales performing across regions?</a:t>
          </a:r>
        </a:p>
      </dgm:t>
    </dgm:pt>
    <dgm:pt modelId="{79F45125-AE2D-45FF-8EF4-90A3BE507BB3}" type="parTrans" cxnId="{C89E36D6-B8E3-4E45-A983-EFAE789932A2}">
      <dgm:prSet/>
      <dgm:spPr/>
      <dgm:t>
        <a:bodyPr/>
        <a:lstStyle/>
        <a:p>
          <a:endParaRPr lang="en-US"/>
        </a:p>
      </dgm:t>
    </dgm:pt>
    <dgm:pt modelId="{14AEE02C-AAC5-42FF-BEDF-A7F25BEBB4DE}" type="sibTrans" cxnId="{C89E36D6-B8E3-4E45-A983-EFAE789932A2}">
      <dgm:prSet/>
      <dgm:spPr/>
      <dgm:t>
        <a:bodyPr/>
        <a:lstStyle/>
        <a:p>
          <a:endParaRPr lang="en-US"/>
        </a:p>
      </dgm:t>
    </dgm:pt>
    <dgm:pt modelId="{AC182E67-937A-48DF-8770-49D15FCFDED7}">
      <dgm:prSet/>
      <dgm:spPr/>
      <dgm:t>
        <a:bodyPr/>
        <a:lstStyle/>
        <a:p>
          <a:r>
            <a:rPr lang="en-US" dirty="0"/>
            <a:t>What is the revenue trend over time?</a:t>
          </a:r>
        </a:p>
      </dgm:t>
    </dgm:pt>
    <dgm:pt modelId="{4A9BCF30-07A6-4F90-982A-9CCEC66D2049}" type="parTrans" cxnId="{C2B02C65-632B-408E-9857-5FDF4704D896}">
      <dgm:prSet/>
      <dgm:spPr/>
      <dgm:t>
        <a:bodyPr/>
        <a:lstStyle/>
        <a:p>
          <a:endParaRPr lang="en-US"/>
        </a:p>
      </dgm:t>
    </dgm:pt>
    <dgm:pt modelId="{5743FB87-2D4F-4A79-A1BC-C1CACE66CFED}" type="sibTrans" cxnId="{C2B02C65-632B-408E-9857-5FDF4704D896}">
      <dgm:prSet/>
      <dgm:spPr/>
      <dgm:t>
        <a:bodyPr/>
        <a:lstStyle/>
        <a:p>
          <a:endParaRPr lang="en-US"/>
        </a:p>
      </dgm:t>
    </dgm:pt>
    <dgm:pt modelId="{6BD751FC-80BC-475E-A9E2-6C415C848794}">
      <dgm:prSet/>
      <dgm:spPr/>
      <dgm:t>
        <a:bodyPr/>
        <a:lstStyle/>
        <a:p>
          <a:r>
            <a:rPr lang="en-US" dirty="0"/>
            <a:t>Which product categories lead in sales?</a:t>
          </a:r>
        </a:p>
      </dgm:t>
    </dgm:pt>
    <dgm:pt modelId="{53C4A06C-4123-40B6-852D-5393D7CBFE1A}" type="parTrans" cxnId="{AD602762-970C-4608-B392-0BCBF359ED30}">
      <dgm:prSet/>
      <dgm:spPr/>
      <dgm:t>
        <a:bodyPr/>
        <a:lstStyle/>
        <a:p>
          <a:endParaRPr lang="en-US"/>
        </a:p>
      </dgm:t>
    </dgm:pt>
    <dgm:pt modelId="{A2C351F0-6686-425E-A383-9E36E9AF9D98}" type="sibTrans" cxnId="{AD602762-970C-4608-B392-0BCBF359ED30}">
      <dgm:prSet/>
      <dgm:spPr/>
      <dgm:t>
        <a:bodyPr/>
        <a:lstStyle/>
        <a:p>
          <a:endParaRPr lang="en-US"/>
        </a:p>
      </dgm:t>
    </dgm:pt>
    <dgm:pt modelId="{20300216-83FE-4177-AC45-18B1A82E3241}" type="pres">
      <dgm:prSet presAssocID="{7E7F292C-F6E3-4CE5-A2A0-A1115763818E}" presName="root" presStyleCnt="0">
        <dgm:presLayoutVars>
          <dgm:dir/>
          <dgm:resizeHandles val="exact"/>
        </dgm:presLayoutVars>
      </dgm:prSet>
      <dgm:spPr/>
    </dgm:pt>
    <dgm:pt modelId="{DE580C36-0112-4A3A-AAF0-49DA37E4EDEA}" type="pres">
      <dgm:prSet presAssocID="{7E7F292C-F6E3-4CE5-A2A0-A1115763818E}" presName="container" presStyleCnt="0">
        <dgm:presLayoutVars>
          <dgm:dir/>
          <dgm:resizeHandles val="exact"/>
        </dgm:presLayoutVars>
      </dgm:prSet>
      <dgm:spPr/>
    </dgm:pt>
    <dgm:pt modelId="{5E796C91-5416-4C38-A5E6-70A0E51182D6}" type="pres">
      <dgm:prSet presAssocID="{C3CB836C-467E-4DFE-BF00-72483D902C45}" presName="compNode" presStyleCnt="0"/>
      <dgm:spPr/>
    </dgm:pt>
    <dgm:pt modelId="{28661423-092D-47C1-9D2E-5CCB4012AC13}" type="pres">
      <dgm:prSet presAssocID="{C3CB836C-467E-4DFE-BF00-72483D902C45}" presName="iconBgRect" presStyleLbl="bgShp" presStyleIdx="0" presStyleCnt="4"/>
      <dgm:spPr/>
    </dgm:pt>
    <dgm:pt modelId="{B35B903D-689A-470F-B1B1-BB5D2B93722A}" type="pres">
      <dgm:prSet presAssocID="{C3CB836C-467E-4DFE-BF00-72483D902C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C9CF627-84E8-493A-8927-4644526D94E6}" type="pres">
      <dgm:prSet presAssocID="{C3CB836C-467E-4DFE-BF00-72483D902C45}" presName="spaceRect" presStyleCnt="0"/>
      <dgm:spPr/>
    </dgm:pt>
    <dgm:pt modelId="{072F76F3-A26D-4650-B225-FAB02B4AE5D9}" type="pres">
      <dgm:prSet presAssocID="{C3CB836C-467E-4DFE-BF00-72483D902C45}" presName="textRect" presStyleLbl="revTx" presStyleIdx="0" presStyleCnt="4">
        <dgm:presLayoutVars>
          <dgm:chMax val="1"/>
          <dgm:chPref val="1"/>
        </dgm:presLayoutVars>
      </dgm:prSet>
      <dgm:spPr/>
    </dgm:pt>
    <dgm:pt modelId="{A04A9BF5-CF90-4E1D-9C04-8C03FC5E129A}" type="pres">
      <dgm:prSet presAssocID="{CF91F575-DFD6-4106-8814-7BAD885FD565}" presName="sibTrans" presStyleLbl="sibTrans2D1" presStyleIdx="0" presStyleCnt="0"/>
      <dgm:spPr/>
    </dgm:pt>
    <dgm:pt modelId="{EE00B4DB-FF1E-44EE-8BED-FD308BF9AD68}" type="pres">
      <dgm:prSet presAssocID="{1B71440D-2F52-4D00-B711-6E45F6948F12}" presName="compNode" presStyleCnt="0"/>
      <dgm:spPr/>
    </dgm:pt>
    <dgm:pt modelId="{A9DBE1A2-3EB0-422C-9983-2C30CB88007C}" type="pres">
      <dgm:prSet presAssocID="{1B71440D-2F52-4D00-B711-6E45F6948F12}" presName="iconBgRect" presStyleLbl="bgShp" presStyleIdx="1" presStyleCnt="4"/>
      <dgm:spPr/>
    </dgm:pt>
    <dgm:pt modelId="{FA6C1B20-6803-431D-9F4F-F5F5DBCBEC32}" type="pres">
      <dgm:prSet presAssocID="{1B71440D-2F52-4D00-B711-6E45F6948F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723B7A45-5BBB-4F56-91CB-EF1C9A449AD5}" type="pres">
      <dgm:prSet presAssocID="{1B71440D-2F52-4D00-B711-6E45F6948F12}" presName="spaceRect" presStyleCnt="0"/>
      <dgm:spPr/>
    </dgm:pt>
    <dgm:pt modelId="{6D295D44-154D-4EFA-8600-A5206648FAD7}" type="pres">
      <dgm:prSet presAssocID="{1B71440D-2F52-4D00-B711-6E45F6948F12}" presName="textRect" presStyleLbl="revTx" presStyleIdx="1" presStyleCnt="4">
        <dgm:presLayoutVars>
          <dgm:chMax val="1"/>
          <dgm:chPref val="1"/>
        </dgm:presLayoutVars>
      </dgm:prSet>
      <dgm:spPr/>
    </dgm:pt>
    <dgm:pt modelId="{3F0D56B7-27FB-4A19-88BD-1D0D66F25A13}" type="pres">
      <dgm:prSet presAssocID="{14AEE02C-AAC5-42FF-BEDF-A7F25BEBB4DE}" presName="sibTrans" presStyleLbl="sibTrans2D1" presStyleIdx="0" presStyleCnt="0"/>
      <dgm:spPr/>
    </dgm:pt>
    <dgm:pt modelId="{496D99D0-E8B9-4756-BB53-4AAC1F37CD2E}" type="pres">
      <dgm:prSet presAssocID="{AC182E67-937A-48DF-8770-49D15FCFDED7}" presName="compNode" presStyleCnt="0"/>
      <dgm:spPr/>
    </dgm:pt>
    <dgm:pt modelId="{67DEDBE5-9595-4597-A372-A6A0E162551D}" type="pres">
      <dgm:prSet presAssocID="{AC182E67-937A-48DF-8770-49D15FCFDED7}" presName="iconBgRect" presStyleLbl="bgShp" presStyleIdx="2" presStyleCnt="4"/>
      <dgm:spPr/>
    </dgm:pt>
    <dgm:pt modelId="{1626DBAE-29C2-488E-AA2B-F9BCC4200A02}" type="pres">
      <dgm:prSet presAssocID="{AC182E67-937A-48DF-8770-49D15FCFDED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6E4566E-1BB0-4C00-86BD-6F24B107C7EA}" type="pres">
      <dgm:prSet presAssocID="{AC182E67-937A-48DF-8770-49D15FCFDED7}" presName="spaceRect" presStyleCnt="0"/>
      <dgm:spPr/>
    </dgm:pt>
    <dgm:pt modelId="{065E8F99-1B1A-4323-946E-E1DFBD59ECEE}" type="pres">
      <dgm:prSet presAssocID="{AC182E67-937A-48DF-8770-49D15FCFDED7}" presName="textRect" presStyleLbl="revTx" presStyleIdx="2" presStyleCnt="4">
        <dgm:presLayoutVars>
          <dgm:chMax val="1"/>
          <dgm:chPref val="1"/>
        </dgm:presLayoutVars>
      </dgm:prSet>
      <dgm:spPr/>
    </dgm:pt>
    <dgm:pt modelId="{D6879B5D-158A-4E41-8DBC-70BE0934E9F9}" type="pres">
      <dgm:prSet presAssocID="{5743FB87-2D4F-4A79-A1BC-C1CACE66CFED}" presName="sibTrans" presStyleLbl="sibTrans2D1" presStyleIdx="0" presStyleCnt="0"/>
      <dgm:spPr/>
    </dgm:pt>
    <dgm:pt modelId="{16746480-C847-49F4-AE37-6359101300B7}" type="pres">
      <dgm:prSet presAssocID="{6BD751FC-80BC-475E-A9E2-6C415C848794}" presName="compNode" presStyleCnt="0"/>
      <dgm:spPr/>
    </dgm:pt>
    <dgm:pt modelId="{F7C16A6F-62EC-4433-8B65-7F8FF726E5A9}" type="pres">
      <dgm:prSet presAssocID="{6BD751FC-80BC-475E-A9E2-6C415C848794}" presName="iconBgRect" presStyleLbl="bgShp" presStyleIdx="3" presStyleCnt="4"/>
      <dgm:spPr/>
    </dgm:pt>
    <dgm:pt modelId="{F87B72B7-3E0A-44B0-A427-BDA2441D1FF2}" type="pres">
      <dgm:prSet presAssocID="{6BD751FC-80BC-475E-A9E2-6C415C84879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3FF1B44E-A7D5-4085-89CD-D388FB5D293B}" type="pres">
      <dgm:prSet presAssocID="{6BD751FC-80BC-475E-A9E2-6C415C848794}" presName="spaceRect" presStyleCnt="0"/>
      <dgm:spPr/>
    </dgm:pt>
    <dgm:pt modelId="{770631B0-9594-4208-84A5-9A1A556606FE}" type="pres">
      <dgm:prSet presAssocID="{6BD751FC-80BC-475E-A9E2-6C415C84879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C5FA03C-C0C1-4E58-8657-452537BF01ED}" type="presOf" srcId="{CF91F575-DFD6-4106-8814-7BAD885FD565}" destId="{A04A9BF5-CF90-4E1D-9C04-8C03FC5E129A}" srcOrd="0" destOrd="0" presId="urn:microsoft.com/office/officeart/2018/2/layout/IconCircleList"/>
    <dgm:cxn modelId="{AD602762-970C-4608-B392-0BCBF359ED30}" srcId="{7E7F292C-F6E3-4CE5-A2A0-A1115763818E}" destId="{6BD751FC-80BC-475E-A9E2-6C415C848794}" srcOrd="3" destOrd="0" parTransId="{53C4A06C-4123-40B6-852D-5393D7CBFE1A}" sibTransId="{A2C351F0-6686-425E-A383-9E36E9AF9D98}"/>
    <dgm:cxn modelId="{C2B02C65-632B-408E-9857-5FDF4704D896}" srcId="{7E7F292C-F6E3-4CE5-A2A0-A1115763818E}" destId="{AC182E67-937A-48DF-8770-49D15FCFDED7}" srcOrd="2" destOrd="0" parTransId="{4A9BCF30-07A6-4F90-982A-9CCEC66D2049}" sibTransId="{5743FB87-2D4F-4A79-A1BC-C1CACE66CFED}"/>
    <dgm:cxn modelId="{B23FFC65-0F01-46D4-9B45-F5138595956E}" type="presOf" srcId="{C3CB836C-467E-4DFE-BF00-72483D902C45}" destId="{072F76F3-A26D-4650-B225-FAB02B4AE5D9}" srcOrd="0" destOrd="0" presId="urn:microsoft.com/office/officeart/2018/2/layout/IconCircleList"/>
    <dgm:cxn modelId="{EFD6A34D-2251-42D7-B776-6C825BFBC4D9}" type="presOf" srcId="{6BD751FC-80BC-475E-A9E2-6C415C848794}" destId="{770631B0-9594-4208-84A5-9A1A556606FE}" srcOrd="0" destOrd="0" presId="urn:microsoft.com/office/officeart/2018/2/layout/IconCircleList"/>
    <dgm:cxn modelId="{44C6C251-B7A9-47B3-AC74-D09137FC129C}" type="presOf" srcId="{5743FB87-2D4F-4A79-A1BC-C1CACE66CFED}" destId="{D6879B5D-158A-4E41-8DBC-70BE0934E9F9}" srcOrd="0" destOrd="0" presId="urn:microsoft.com/office/officeart/2018/2/layout/IconCircleList"/>
    <dgm:cxn modelId="{37944186-4E1E-487F-BF53-A4C420B0682B}" type="presOf" srcId="{AC182E67-937A-48DF-8770-49D15FCFDED7}" destId="{065E8F99-1B1A-4323-946E-E1DFBD59ECEE}" srcOrd="0" destOrd="0" presId="urn:microsoft.com/office/officeart/2018/2/layout/IconCircleList"/>
    <dgm:cxn modelId="{BBD6268A-61AE-454E-9C82-1F4DAD53560C}" type="presOf" srcId="{1B71440D-2F52-4D00-B711-6E45F6948F12}" destId="{6D295D44-154D-4EFA-8600-A5206648FAD7}" srcOrd="0" destOrd="0" presId="urn:microsoft.com/office/officeart/2018/2/layout/IconCircleList"/>
    <dgm:cxn modelId="{34E3EB99-592A-4CB2-A1D1-31C8D26D8763}" type="presOf" srcId="{14AEE02C-AAC5-42FF-BEDF-A7F25BEBB4DE}" destId="{3F0D56B7-27FB-4A19-88BD-1D0D66F25A13}" srcOrd="0" destOrd="0" presId="urn:microsoft.com/office/officeart/2018/2/layout/IconCircleList"/>
    <dgm:cxn modelId="{6DC3E3D3-86DB-4E30-9AB5-56BC0A568183}" type="presOf" srcId="{7E7F292C-F6E3-4CE5-A2A0-A1115763818E}" destId="{20300216-83FE-4177-AC45-18B1A82E3241}" srcOrd="0" destOrd="0" presId="urn:microsoft.com/office/officeart/2018/2/layout/IconCircleList"/>
    <dgm:cxn modelId="{C89E36D6-B8E3-4E45-A983-EFAE789932A2}" srcId="{7E7F292C-F6E3-4CE5-A2A0-A1115763818E}" destId="{1B71440D-2F52-4D00-B711-6E45F6948F12}" srcOrd="1" destOrd="0" parTransId="{79F45125-AE2D-45FF-8EF4-90A3BE507BB3}" sibTransId="{14AEE02C-AAC5-42FF-BEDF-A7F25BEBB4DE}"/>
    <dgm:cxn modelId="{52ADB0FE-FDE5-4139-8DAB-5DD5D1BF90AE}" srcId="{7E7F292C-F6E3-4CE5-A2A0-A1115763818E}" destId="{C3CB836C-467E-4DFE-BF00-72483D902C45}" srcOrd="0" destOrd="0" parTransId="{60FE0D94-1FF6-47D4-9B2A-255FF66DC18D}" sibTransId="{CF91F575-DFD6-4106-8814-7BAD885FD565}"/>
    <dgm:cxn modelId="{3817164B-24B7-449A-A3EB-F79584323F69}" type="presParOf" srcId="{20300216-83FE-4177-AC45-18B1A82E3241}" destId="{DE580C36-0112-4A3A-AAF0-49DA37E4EDEA}" srcOrd="0" destOrd="0" presId="urn:microsoft.com/office/officeart/2018/2/layout/IconCircleList"/>
    <dgm:cxn modelId="{BD9AD198-3F3D-44F4-96BD-84285C131C3E}" type="presParOf" srcId="{DE580C36-0112-4A3A-AAF0-49DA37E4EDEA}" destId="{5E796C91-5416-4C38-A5E6-70A0E51182D6}" srcOrd="0" destOrd="0" presId="urn:microsoft.com/office/officeart/2018/2/layout/IconCircleList"/>
    <dgm:cxn modelId="{CB60132D-2E5A-4FEF-9847-60AF2D72A660}" type="presParOf" srcId="{5E796C91-5416-4C38-A5E6-70A0E51182D6}" destId="{28661423-092D-47C1-9D2E-5CCB4012AC13}" srcOrd="0" destOrd="0" presId="urn:microsoft.com/office/officeart/2018/2/layout/IconCircleList"/>
    <dgm:cxn modelId="{AAF2FB6B-85E1-469E-8DFE-BD104CEC6583}" type="presParOf" srcId="{5E796C91-5416-4C38-A5E6-70A0E51182D6}" destId="{B35B903D-689A-470F-B1B1-BB5D2B93722A}" srcOrd="1" destOrd="0" presId="urn:microsoft.com/office/officeart/2018/2/layout/IconCircleList"/>
    <dgm:cxn modelId="{C1910004-1A0E-40D9-BF85-7F19249BD31C}" type="presParOf" srcId="{5E796C91-5416-4C38-A5E6-70A0E51182D6}" destId="{7C9CF627-84E8-493A-8927-4644526D94E6}" srcOrd="2" destOrd="0" presId="urn:microsoft.com/office/officeart/2018/2/layout/IconCircleList"/>
    <dgm:cxn modelId="{BD4812FD-F760-494E-BA07-A8DA779E7FA6}" type="presParOf" srcId="{5E796C91-5416-4C38-A5E6-70A0E51182D6}" destId="{072F76F3-A26D-4650-B225-FAB02B4AE5D9}" srcOrd="3" destOrd="0" presId="urn:microsoft.com/office/officeart/2018/2/layout/IconCircleList"/>
    <dgm:cxn modelId="{256D7694-E444-4E6F-9C7D-797FAA2F3C33}" type="presParOf" srcId="{DE580C36-0112-4A3A-AAF0-49DA37E4EDEA}" destId="{A04A9BF5-CF90-4E1D-9C04-8C03FC5E129A}" srcOrd="1" destOrd="0" presId="urn:microsoft.com/office/officeart/2018/2/layout/IconCircleList"/>
    <dgm:cxn modelId="{10C5E8BA-FEEB-489A-A732-E8E4B9F5E69A}" type="presParOf" srcId="{DE580C36-0112-4A3A-AAF0-49DA37E4EDEA}" destId="{EE00B4DB-FF1E-44EE-8BED-FD308BF9AD68}" srcOrd="2" destOrd="0" presId="urn:microsoft.com/office/officeart/2018/2/layout/IconCircleList"/>
    <dgm:cxn modelId="{A2397E3A-8041-481B-908F-07CFB3755521}" type="presParOf" srcId="{EE00B4DB-FF1E-44EE-8BED-FD308BF9AD68}" destId="{A9DBE1A2-3EB0-422C-9983-2C30CB88007C}" srcOrd="0" destOrd="0" presId="urn:microsoft.com/office/officeart/2018/2/layout/IconCircleList"/>
    <dgm:cxn modelId="{7720CACF-A211-4AAC-8473-866F204C03B8}" type="presParOf" srcId="{EE00B4DB-FF1E-44EE-8BED-FD308BF9AD68}" destId="{FA6C1B20-6803-431D-9F4F-F5F5DBCBEC32}" srcOrd="1" destOrd="0" presId="urn:microsoft.com/office/officeart/2018/2/layout/IconCircleList"/>
    <dgm:cxn modelId="{164DC5A6-7BA6-4295-9312-B68CB1C9EBB7}" type="presParOf" srcId="{EE00B4DB-FF1E-44EE-8BED-FD308BF9AD68}" destId="{723B7A45-5BBB-4F56-91CB-EF1C9A449AD5}" srcOrd="2" destOrd="0" presId="urn:microsoft.com/office/officeart/2018/2/layout/IconCircleList"/>
    <dgm:cxn modelId="{773AAC08-A0BF-43A5-A394-9D4335511780}" type="presParOf" srcId="{EE00B4DB-FF1E-44EE-8BED-FD308BF9AD68}" destId="{6D295D44-154D-4EFA-8600-A5206648FAD7}" srcOrd="3" destOrd="0" presId="urn:microsoft.com/office/officeart/2018/2/layout/IconCircleList"/>
    <dgm:cxn modelId="{7171B799-778B-476D-AFB8-69A7C3210B44}" type="presParOf" srcId="{DE580C36-0112-4A3A-AAF0-49DA37E4EDEA}" destId="{3F0D56B7-27FB-4A19-88BD-1D0D66F25A13}" srcOrd="3" destOrd="0" presId="urn:microsoft.com/office/officeart/2018/2/layout/IconCircleList"/>
    <dgm:cxn modelId="{BE853691-C6A4-4BBB-B451-548B514BE3CB}" type="presParOf" srcId="{DE580C36-0112-4A3A-AAF0-49DA37E4EDEA}" destId="{496D99D0-E8B9-4756-BB53-4AAC1F37CD2E}" srcOrd="4" destOrd="0" presId="urn:microsoft.com/office/officeart/2018/2/layout/IconCircleList"/>
    <dgm:cxn modelId="{34773368-41A2-4EF6-9661-3533355444C4}" type="presParOf" srcId="{496D99D0-E8B9-4756-BB53-4AAC1F37CD2E}" destId="{67DEDBE5-9595-4597-A372-A6A0E162551D}" srcOrd="0" destOrd="0" presId="urn:microsoft.com/office/officeart/2018/2/layout/IconCircleList"/>
    <dgm:cxn modelId="{9DC17C09-EF4D-442A-BD35-DB4BDD1D555E}" type="presParOf" srcId="{496D99D0-E8B9-4756-BB53-4AAC1F37CD2E}" destId="{1626DBAE-29C2-488E-AA2B-F9BCC4200A02}" srcOrd="1" destOrd="0" presId="urn:microsoft.com/office/officeart/2018/2/layout/IconCircleList"/>
    <dgm:cxn modelId="{BA58C267-1BB3-448B-82C6-EB75DA25B628}" type="presParOf" srcId="{496D99D0-E8B9-4756-BB53-4AAC1F37CD2E}" destId="{56E4566E-1BB0-4C00-86BD-6F24B107C7EA}" srcOrd="2" destOrd="0" presId="urn:microsoft.com/office/officeart/2018/2/layout/IconCircleList"/>
    <dgm:cxn modelId="{EB46B3DB-1C51-4A73-8AC7-D6B49334CAD7}" type="presParOf" srcId="{496D99D0-E8B9-4756-BB53-4AAC1F37CD2E}" destId="{065E8F99-1B1A-4323-946E-E1DFBD59ECEE}" srcOrd="3" destOrd="0" presId="urn:microsoft.com/office/officeart/2018/2/layout/IconCircleList"/>
    <dgm:cxn modelId="{0C0F6728-A5B9-469A-8DE1-F0C6D3DE233A}" type="presParOf" srcId="{DE580C36-0112-4A3A-AAF0-49DA37E4EDEA}" destId="{D6879B5D-158A-4E41-8DBC-70BE0934E9F9}" srcOrd="5" destOrd="0" presId="urn:microsoft.com/office/officeart/2018/2/layout/IconCircleList"/>
    <dgm:cxn modelId="{B18CDD39-2A7E-40D7-B984-42C6B17A06EA}" type="presParOf" srcId="{DE580C36-0112-4A3A-AAF0-49DA37E4EDEA}" destId="{16746480-C847-49F4-AE37-6359101300B7}" srcOrd="6" destOrd="0" presId="urn:microsoft.com/office/officeart/2018/2/layout/IconCircleList"/>
    <dgm:cxn modelId="{006E1C18-94A3-4AAF-80AA-DCFE3553A97E}" type="presParOf" srcId="{16746480-C847-49F4-AE37-6359101300B7}" destId="{F7C16A6F-62EC-4433-8B65-7F8FF726E5A9}" srcOrd="0" destOrd="0" presId="urn:microsoft.com/office/officeart/2018/2/layout/IconCircleList"/>
    <dgm:cxn modelId="{EF5A772D-581F-401A-8144-F9D49242EA86}" type="presParOf" srcId="{16746480-C847-49F4-AE37-6359101300B7}" destId="{F87B72B7-3E0A-44B0-A427-BDA2441D1FF2}" srcOrd="1" destOrd="0" presId="urn:microsoft.com/office/officeart/2018/2/layout/IconCircleList"/>
    <dgm:cxn modelId="{D862CD63-8D4B-4CCA-8BA2-3846AA1EAB84}" type="presParOf" srcId="{16746480-C847-49F4-AE37-6359101300B7}" destId="{3FF1B44E-A7D5-4085-89CD-D388FB5D293B}" srcOrd="2" destOrd="0" presId="urn:microsoft.com/office/officeart/2018/2/layout/IconCircleList"/>
    <dgm:cxn modelId="{944C7F04-D29E-49F4-9A33-498FAF46EA8E}" type="presParOf" srcId="{16746480-C847-49F4-AE37-6359101300B7}" destId="{770631B0-9594-4208-84A5-9A1A556606F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F51EBC-01E4-4474-8CD4-FF6B2A183E9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3896B64-FAEB-45DA-ADEC-5A28C82FF6C4}">
      <dgm:prSet/>
      <dgm:spPr/>
      <dgm:t>
        <a:bodyPr/>
        <a:lstStyle/>
        <a:p>
          <a:r>
            <a:rPr lang="en-US"/>
            <a:t>• What is the ROI for each campaign?</a:t>
          </a:r>
        </a:p>
      </dgm:t>
    </dgm:pt>
    <dgm:pt modelId="{A2CC9433-15AE-4C9C-B0A0-DAF4FDA5B6CE}" type="parTrans" cxnId="{8C034EC2-423C-41E4-B2F8-02F8A6E2D8BF}">
      <dgm:prSet/>
      <dgm:spPr/>
      <dgm:t>
        <a:bodyPr/>
        <a:lstStyle/>
        <a:p>
          <a:endParaRPr lang="en-US"/>
        </a:p>
      </dgm:t>
    </dgm:pt>
    <dgm:pt modelId="{134565DD-9969-42C1-98A6-86BCB7BB3F16}" type="sibTrans" cxnId="{8C034EC2-423C-41E4-B2F8-02F8A6E2D8BF}">
      <dgm:prSet/>
      <dgm:spPr/>
      <dgm:t>
        <a:bodyPr/>
        <a:lstStyle/>
        <a:p>
          <a:endParaRPr lang="en-US"/>
        </a:p>
      </dgm:t>
    </dgm:pt>
    <dgm:pt modelId="{11D6F3F6-64A4-420E-9EA3-A1E64B04A0F6}">
      <dgm:prSet/>
      <dgm:spPr/>
      <dgm:t>
        <a:bodyPr/>
        <a:lstStyle/>
        <a:p>
          <a:r>
            <a:rPr lang="en-US"/>
            <a:t>• What is the Customer Acquisition Cost (CAC)?</a:t>
          </a:r>
        </a:p>
      </dgm:t>
    </dgm:pt>
    <dgm:pt modelId="{A5E458FF-C9FD-44C7-B75E-BFC615669BC0}" type="parTrans" cxnId="{0C441545-BB04-49F5-B238-D264312497F5}">
      <dgm:prSet/>
      <dgm:spPr/>
      <dgm:t>
        <a:bodyPr/>
        <a:lstStyle/>
        <a:p>
          <a:endParaRPr lang="en-US"/>
        </a:p>
      </dgm:t>
    </dgm:pt>
    <dgm:pt modelId="{4B813FFB-80B4-4841-86FF-8E9E55DA687E}" type="sibTrans" cxnId="{0C441545-BB04-49F5-B238-D264312497F5}">
      <dgm:prSet/>
      <dgm:spPr/>
      <dgm:t>
        <a:bodyPr/>
        <a:lstStyle/>
        <a:p>
          <a:endParaRPr lang="en-US"/>
        </a:p>
      </dgm:t>
    </dgm:pt>
    <dgm:pt modelId="{F51B9EFA-9D3E-4667-B474-0F13172D0C99}">
      <dgm:prSet/>
      <dgm:spPr/>
      <dgm:t>
        <a:bodyPr/>
        <a:lstStyle/>
        <a:p>
          <a:r>
            <a:rPr lang="en-US"/>
            <a:t>• Which channels convert best?</a:t>
          </a:r>
        </a:p>
      </dgm:t>
    </dgm:pt>
    <dgm:pt modelId="{11666107-3AA0-45FA-9A87-3A082E47BC39}" type="parTrans" cxnId="{4724185C-30A7-4F8B-B59A-E800EF911B7C}">
      <dgm:prSet/>
      <dgm:spPr/>
      <dgm:t>
        <a:bodyPr/>
        <a:lstStyle/>
        <a:p>
          <a:endParaRPr lang="en-US"/>
        </a:p>
      </dgm:t>
    </dgm:pt>
    <dgm:pt modelId="{096F4D3C-477B-49A6-9392-B324532ACC1F}" type="sibTrans" cxnId="{4724185C-30A7-4F8B-B59A-E800EF911B7C}">
      <dgm:prSet/>
      <dgm:spPr/>
      <dgm:t>
        <a:bodyPr/>
        <a:lstStyle/>
        <a:p>
          <a:endParaRPr lang="en-US"/>
        </a:p>
      </dgm:t>
    </dgm:pt>
    <dgm:pt modelId="{F5BD3992-BCF8-4941-933F-323E58F0B883}">
      <dgm:prSet/>
      <dgm:spPr/>
      <dgm:t>
        <a:bodyPr/>
        <a:lstStyle/>
        <a:p>
          <a:r>
            <a:rPr lang="en-US"/>
            <a:t>• What is the engagement across platforms?</a:t>
          </a:r>
        </a:p>
      </dgm:t>
    </dgm:pt>
    <dgm:pt modelId="{2901BE07-4EE1-42DB-868F-61DEE85EA88A}" type="parTrans" cxnId="{3FE5C13A-51A6-4DA8-BD23-C385C934F6EA}">
      <dgm:prSet/>
      <dgm:spPr/>
      <dgm:t>
        <a:bodyPr/>
        <a:lstStyle/>
        <a:p>
          <a:endParaRPr lang="en-US"/>
        </a:p>
      </dgm:t>
    </dgm:pt>
    <dgm:pt modelId="{E46C514B-07F4-4016-B12E-AD6D730C3075}" type="sibTrans" cxnId="{3FE5C13A-51A6-4DA8-BD23-C385C934F6EA}">
      <dgm:prSet/>
      <dgm:spPr/>
      <dgm:t>
        <a:bodyPr/>
        <a:lstStyle/>
        <a:p>
          <a:endParaRPr lang="en-US"/>
        </a:p>
      </dgm:t>
    </dgm:pt>
    <dgm:pt modelId="{A27F96BA-F952-4E6C-87CE-4ACD29639A7D}" type="pres">
      <dgm:prSet presAssocID="{93F51EBC-01E4-4474-8CD4-FF6B2A183E96}" presName="root" presStyleCnt="0">
        <dgm:presLayoutVars>
          <dgm:dir/>
          <dgm:resizeHandles val="exact"/>
        </dgm:presLayoutVars>
      </dgm:prSet>
      <dgm:spPr/>
    </dgm:pt>
    <dgm:pt modelId="{524C804C-9398-4F7B-ADD8-CDE9C483B2F1}" type="pres">
      <dgm:prSet presAssocID="{93F51EBC-01E4-4474-8CD4-FF6B2A183E96}" presName="container" presStyleCnt="0">
        <dgm:presLayoutVars>
          <dgm:dir/>
          <dgm:resizeHandles val="exact"/>
        </dgm:presLayoutVars>
      </dgm:prSet>
      <dgm:spPr/>
    </dgm:pt>
    <dgm:pt modelId="{0DFDE5CF-8A5B-42AD-86BF-FB99022548D7}" type="pres">
      <dgm:prSet presAssocID="{03896B64-FAEB-45DA-ADEC-5A28C82FF6C4}" presName="compNode" presStyleCnt="0"/>
      <dgm:spPr/>
    </dgm:pt>
    <dgm:pt modelId="{7A38B872-2498-4454-B476-EEDCCF6CA992}" type="pres">
      <dgm:prSet presAssocID="{03896B64-FAEB-45DA-ADEC-5A28C82FF6C4}" presName="iconBgRect" presStyleLbl="bgShp" presStyleIdx="0" presStyleCnt="4"/>
      <dgm:spPr/>
    </dgm:pt>
    <dgm:pt modelId="{CBAB316C-1816-491F-90C3-FD2D14B3EF5E}" type="pres">
      <dgm:prSet presAssocID="{03896B64-FAEB-45DA-ADEC-5A28C82FF6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4ECE4BC2-58D3-43FA-A235-58432DD9E00D}" type="pres">
      <dgm:prSet presAssocID="{03896B64-FAEB-45DA-ADEC-5A28C82FF6C4}" presName="spaceRect" presStyleCnt="0"/>
      <dgm:spPr/>
    </dgm:pt>
    <dgm:pt modelId="{3A092FEE-155A-4C69-B8B7-0060563B56CE}" type="pres">
      <dgm:prSet presAssocID="{03896B64-FAEB-45DA-ADEC-5A28C82FF6C4}" presName="textRect" presStyleLbl="revTx" presStyleIdx="0" presStyleCnt="4">
        <dgm:presLayoutVars>
          <dgm:chMax val="1"/>
          <dgm:chPref val="1"/>
        </dgm:presLayoutVars>
      </dgm:prSet>
      <dgm:spPr/>
    </dgm:pt>
    <dgm:pt modelId="{F0542405-7E8F-43F7-BC91-B49F4ED26504}" type="pres">
      <dgm:prSet presAssocID="{134565DD-9969-42C1-98A6-86BCB7BB3F16}" presName="sibTrans" presStyleLbl="sibTrans2D1" presStyleIdx="0" presStyleCnt="0"/>
      <dgm:spPr/>
    </dgm:pt>
    <dgm:pt modelId="{88F292B1-9416-4FCC-A2BF-9DE71C8953BA}" type="pres">
      <dgm:prSet presAssocID="{11D6F3F6-64A4-420E-9EA3-A1E64B04A0F6}" presName="compNode" presStyleCnt="0"/>
      <dgm:spPr/>
    </dgm:pt>
    <dgm:pt modelId="{D60731D5-A06C-4DFE-A2C3-30B80BF2485D}" type="pres">
      <dgm:prSet presAssocID="{11D6F3F6-64A4-420E-9EA3-A1E64B04A0F6}" presName="iconBgRect" presStyleLbl="bgShp" presStyleIdx="1" presStyleCnt="4"/>
      <dgm:spPr/>
    </dgm:pt>
    <dgm:pt modelId="{2A299847-0215-4FB0-9E59-E07B7419D4CE}" type="pres">
      <dgm:prSet presAssocID="{11D6F3F6-64A4-420E-9EA3-A1E64B04A0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6D902ED-62B5-40F2-AD92-048FB1642E12}" type="pres">
      <dgm:prSet presAssocID="{11D6F3F6-64A4-420E-9EA3-A1E64B04A0F6}" presName="spaceRect" presStyleCnt="0"/>
      <dgm:spPr/>
    </dgm:pt>
    <dgm:pt modelId="{8F6E700F-B6D1-47DF-9E37-17CB70D2F2D0}" type="pres">
      <dgm:prSet presAssocID="{11D6F3F6-64A4-420E-9EA3-A1E64B04A0F6}" presName="textRect" presStyleLbl="revTx" presStyleIdx="1" presStyleCnt="4">
        <dgm:presLayoutVars>
          <dgm:chMax val="1"/>
          <dgm:chPref val="1"/>
        </dgm:presLayoutVars>
      </dgm:prSet>
      <dgm:spPr/>
    </dgm:pt>
    <dgm:pt modelId="{52B3A624-83FB-4E4C-8198-B9985C53355D}" type="pres">
      <dgm:prSet presAssocID="{4B813FFB-80B4-4841-86FF-8E9E55DA687E}" presName="sibTrans" presStyleLbl="sibTrans2D1" presStyleIdx="0" presStyleCnt="0"/>
      <dgm:spPr/>
    </dgm:pt>
    <dgm:pt modelId="{709FC728-0851-4CA0-A469-D6FD6116FA55}" type="pres">
      <dgm:prSet presAssocID="{F51B9EFA-9D3E-4667-B474-0F13172D0C99}" presName="compNode" presStyleCnt="0"/>
      <dgm:spPr/>
    </dgm:pt>
    <dgm:pt modelId="{8633237D-2FE1-4633-B8AB-652107CE8B36}" type="pres">
      <dgm:prSet presAssocID="{F51B9EFA-9D3E-4667-B474-0F13172D0C99}" presName="iconBgRect" presStyleLbl="bgShp" presStyleIdx="2" presStyleCnt="4"/>
      <dgm:spPr/>
    </dgm:pt>
    <dgm:pt modelId="{B3346E92-7239-42DC-9818-99C6C03B29EA}" type="pres">
      <dgm:prSet presAssocID="{F51B9EFA-9D3E-4667-B474-0F13172D0C9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B803F91E-DB43-48FE-A8C9-55BCF4CBB1DE}" type="pres">
      <dgm:prSet presAssocID="{F51B9EFA-9D3E-4667-B474-0F13172D0C99}" presName="spaceRect" presStyleCnt="0"/>
      <dgm:spPr/>
    </dgm:pt>
    <dgm:pt modelId="{78F1A733-4569-4AB9-A979-DCF9A2E9A0C0}" type="pres">
      <dgm:prSet presAssocID="{F51B9EFA-9D3E-4667-B474-0F13172D0C99}" presName="textRect" presStyleLbl="revTx" presStyleIdx="2" presStyleCnt="4">
        <dgm:presLayoutVars>
          <dgm:chMax val="1"/>
          <dgm:chPref val="1"/>
        </dgm:presLayoutVars>
      </dgm:prSet>
      <dgm:spPr/>
    </dgm:pt>
    <dgm:pt modelId="{370DBFC3-D5EA-4F6E-A3AF-5788DE20711A}" type="pres">
      <dgm:prSet presAssocID="{096F4D3C-477B-49A6-9392-B324532ACC1F}" presName="sibTrans" presStyleLbl="sibTrans2D1" presStyleIdx="0" presStyleCnt="0"/>
      <dgm:spPr/>
    </dgm:pt>
    <dgm:pt modelId="{C772824E-2795-4508-82F3-142EF0649354}" type="pres">
      <dgm:prSet presAssocID="{F5BD3992-BCF8-4941-933F-323E58F0B883}" presName="compNode" presStyleCnt="0"/>
      <dgm:spPr/>
    </dgm:pt>
    <dgm:pt modelId="{D7B1645C-9474-41B4-8EB6-58D0AA91A23D}" type="pres">
      <dgm:prSet presAssocID="{F5BD3992-BCF8-4941-933F-323E58F0B883}" presName="iconBgRect" presStyleLbl="bgShp" presStyleIdx="3" presStyleCnt="4"/>
      <dgm:spPr/>
    </dgm:pt>
    <dgm:pt modelId="{BB4F8EBE-7746-4DD8-B4AF-5E8954CF054B}" type="pres">
      <dgm:prSet presAssocID="{F5BD3992-BCF8-4941-933F-323E58F0B88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70196ED7-4794-4951-8407-7CE175F4A45B}" type="pres">
      <dgm:prSet presAssocID="{F5BD3992-BCF8-4941-933F-323E58F0B883}" presName="spaceRect" presStyleCnt="0"/>
      <dgm:spPr/>
    </dgm:pt>
    <dgm:pt modelId="{71A04B6C-786E-4B7E-9BF4-E68CAC6719C3}" type="pres">
      <dgm:prSet presAssocID="{F5BD3992-BCF8-4941-933F-323E58F0B88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255161F-492E-43FF-947D-A8CDC697DBD9}" type="presOf" srcId="{93F51EBC-01E4-4474-8CD4-FF6B2A183E96}" destId="{A27F96BA-F952-4E6C-87CE-4ACD29639A7D}" srcOrd="0" destOrd="0" presId="urn:microsoft.com/office/officeart/2018/2/layout/IconCircleList"/>
    <dgm:cxn modelId="{3FE5C13A-51A6-4DA8-BD23-C385C934F6EA}" srcId="{93F51EBC-01E4-4474-8CD4-FF6B2A183E96}" destId="{F5BD3992-BCF8-4941-933F-323E58F0B883}" srcOrd="3" destOrd="0" parTransId="{2901BE07-4EE1-42DB-868F-61DEE85EA88A}" sibTransId="{E46C514B-07F4-4016-B12E-AD6D730C3075}"/>
    <dgm:cxn modelId="{4724185C-30A7-4F8B-B59A-E800EF911B7C}" srcId="{93F51EBC-01E4-4474-8CD4-FF6B2A183E96}" destId="{F51B9EFA-9D3E-4667-B474-0F13172D0C99}" srcOrd="2" destOrd="0" parTransId="{11666107-3AA0-45FA-9A87-3A082E47BC39}" sibTransId="{096F4D3C-477B-49A6-9392-B324532ACC1F}"/>
    <dgm:cxn modelId="{0C441545-BB04-49F5-B238-D264312497F5}" srcId="{93F51EBC-01E4-4474-8CD4-FF6B2A183E96}" destId="{11D6F3F6-64A4-420E-9EA3-A1E64B04A0F6}" srcOrd="1" destOrd="0" parTransId="{A5E458FF-C9FD-44C7-B75E-BFC615669BC0}" sibTransId="{4B813FFB-80B4-4841-86FF-8E9E55DA687E}"/>
    <dgm:cxn modelId="{25CBD67E-4AF1-401F-8700-81C9A0F1803B}" type="presOf" srcId="{134565DD-9969-42C1-98A6-86BCB7BB3F16}" destId="{F0542405-7E8F-43F7-BC91-B49F4ED26504}" srcOrd="0" destOrd="0" presId="urn:microsoft.com/office/officeart/2018/2/layout/IconCircleList"/>
    <dgm:cxn modelId="{5C7AF580-4851-45CB-B04F-90C3A8097B07}" type="presOf" srcId="{11D6F3F6-64A4-420E-9EA3-A1E64B04A0F6}" destId="{8F6E700F-B6D1-47DF-9E37-17CB70D2F2D0}" srcOrd="0" destOrd="0" presId="urn:microsoft.com/office/officeart/2018/2/layout/IconCircleList"/>
    <dgm:cxn modelId="{218A3A93-1E3E-4F9B-9D3C-7971AC762058}" type="presOf" srcId="{F5BD3992-BCF8-4941-933F-323E58F0B883}" destId="{71A04B6C-786E-4B7E-9BF4-E68CAC6719C3}" srcOrd="0" destOrd="0" presId="urn:microsoft.com/office/officeart/2018/2/layout/IconCircleList"/>
    <dgm:cxn modelId="{E4174998-7E66-481D-AC70-4D21D73739A8}" type="presOf" srcId="{F51B9EFA-9D3E-4667-B474-0F13172D0C99}" destId="{78F1A733-4569-4AB9-A979-DCF9A2E9A0C0}" srcOrd="0" destOrd="0" presId="urn:microsoft.com/office/officeart/2018/2/layout/IconCircleList"/>
    <dgm:cxn modelId="{32CA36B4-6FBF-4583-AA11-F2FBF56315DC}" type="presOf" srcId="{096F4D3C-477B-49A6-9392-B324532ACC1F}" destId="{370DBFC3-D5EA-4F6E-A3AF-5788DE20711A}" srcOrd="0" destOrd="0" presId="urn:microsoft.com/office/officeart/2018/2/layout/IconCircleList"/>
    <dgm:cxn modelId="{181886BC-4504-478F-B718-8F3A7A1E60BB}" type="presOf" srcId="{03896B64-FAEB-45DA-ADEC-5A28C82FF6C4}" destId="{3A092FEE-155A-4C69-B8B7-0060563B56CE}" srcOrd="0" destOrd="0" presId="urn:microsoft.com/office/officeart/2018/2/layout/IconCircleList"/>
    <dgm:cxn modelId="{8C034EC2-423C-41E4-B2F8-02F8A6E2D8BF}" srcId="{93F51EBC-01E4-4474-8CD4-FF6B2A183E96}" destId="{03896B64-FAEB-45DA-ADEC-5A28C82FF6C4}" srcOrd="0" destOrd="0" parTransId="{A2CC9433-15AE-4C9C-B0A0-DAF4FDA5B6CE}" sibTransId="{134565DD-9969-42C1-98A6-86BCB7BB3F16}"/>
    <dgm:cxn modelId="{9F6950DD-EF5D-4CF7-80BA-F06B969B27C6}" type="presOf" srcId="{4B813FFB-80B4-4841-86FF-8E9E55DA687E}" destId="{52B3A624-83FB-4E4C-8198-B9985C53355D}" srcOrd="0" destOrd="0" presId="urn:microsoft.com/office/officeart/2018/2/layout/IconCircleList"/>
    <dgm:cxn modelId="{695AD2AA-AFC0-4AC2-8741-B95EA51E2997}" type="presParOf" srcId="{A27F96BA-F952-4E6C-87CE-4ACD29639A7D}" destId="{524C804C-9398-4F7B-ADD8-CDE9C483B2F1}" srcOrd="0" destOrd="0" presId="urn:microsoft.com/office/officeart/2018/2/layout/IconCircleList"/>
    <dgm:cxn modelId="{A0D3CFFA-F999-473E-9913-BADBE8808DD0}" type="presParOf" srcId="{524C804C-9398-4F7B-ADD8-CDE9C483B2F1}" destId="{0DFDE5CF-8A5B-42AD-86BF-FB99022548D7}" srcOrd="0" destOrd="0" presId="urn:microsoft.com/office/officeart/2018/2/layout/IconCircleList"/>
    <dgm:cxn modelId="{67E4D2E4-D039-41DD-90BE-8DD2B27C461E}" type="presParOf" srcId="{0DFDE5CF-8A5B-42AD-86BF-FB99022548D7}" destId="{7A38B872-2498-4454-B476-EEDCCF6CA992}" srcOrd="0" destOrd="0" presId="urn:microsoft.com/office/officeart/2018/2/layout/IconCircleList"/>
    <dgm:cxn modelId="{CBC25DDF-B881-4DC7-AAE0-13E500690E41}" type="presParOf" srcId="{0DFDE5CF-8A5B-42AD-86BF-FB99022548D7}" destId="{CBAB316C-1816-491F-90C3-FD2D14B3EF5E}" srcOrd="1" destOrd="0" presId="urn:microsoft.com/office/officeart/2018/2/layout/IconCircleList"/>
    <dgm:cxn modelId="{C10049A6-DB9F-43CA-87D6-B90732534E23}" type="presParOf" srcId="{0DFDE5CF-8A5B-42AD-86BF-FB99022548D7}" destId="{4ECE4BC2-58D3-43FA-A235-58432DD9E00D}" srcOrd="2" destOrd="0" presId="urn:microsoft.com/office/officeart/2018/2/layout/IconCircleList"/>
    <dgm:cxn modelId="{B0314289-4250-4767-9797-2D92BCD1EA8B}" type="presParOf" srcId="{0DFDE5CF-8A5B-42AD-86BF-FB99022548D7}" destId="{3A092FEE-155A-4C69-B8B7-0060563B56CE}" srcOrd="3" destOrd="0" presId="urn:microsoft.com/office/officeart/2018/2/layout/IconCircleList"/>
    <dgm:cxn modelId="{97F20E4B-7800-441F-8AA5-DFC4D9726195}" type="presParOf" srcId="{524C804C-9398-4F7B-ADD8-CDE9C483B2F1}" destId="{F0542405-7E8F-43F7-BC91-B49F4ED26504}" srcOrd="1" destOrd="0" presId="urn:microsoft.com/office/officeart/2018/2/layout/IconCircleList"/>
    <dgm:cxn modelId="{9E408537-1199-4E86-B44E-B3B24B93D266}" type="presParOf" srcId="{524C804C-9398-4F7B-ADD8-CDE9C483B2F1}" destId="{88F292B1-9416-4FCC-A2BF-9DE71C8953BA}" srcOrd="2" destOrd="0" presId="urn:microsoft.com/office/officeart/2018/2/layout/IconCircleList"/>
    <dgm:cxn modelId="{47752B6A-9CE6-44D2-95AB-B5681B50221E}" type="presParOf" srcId="{88F292B1-9416-4FCC-A2BF-9DE71C8953BA}" destId="{D60731D5-A06C-4DFE-A2C3-30B80BF2485D}" srcOrd="0" destOrd="0" presId="urn:microsoft.com/office/officeart/2018/2/layout/IconCircleList"/>
    <dgm:cxn modelId="{719FC4D0-1E98-410D-93F9-44508545826F}" type="presParOf" srcId="{88F292B1-9416-4FCC-A2BF-9DE71C8953BA}" destId="{2A299847-0215-4FB0-9E59-E07B7419D4CE}" srcOrd="1" destOrd="0" presId="urn:microsoft.com/office/officeart/2018/2/layout/IconCircleList"/>
    <dgm:cxn modelId="{5C3674A8-96B1-479E-8F08-36AEB326955E}" type="presParOf" srcId="{88F292B1-9416-4FCC-A2BF-9DE71C8953BA}" destId="{E6D902ED-62B5-40F2-AD92-048FB1642E12}" srcOrd="2" destOrd="0" presId="urn:microsoft.com/office/officeart/2018/2/layout/IconCircleList"/>
    <dgm:cxn modelId="{D06A9921-ABA1-4FAA-AA83-56990A92E52A}" type="presParOf" srcId="{88F292B1-9416-4FCC-A2BF-9DE71C8953BA}" destId="{8F6E700F-B6D1-47DF-9E37-17CB70D2F2D0}" srcOrd="3" destOrd="0" presId="urn:microsoft.com/office/officeart/2018/2/layout/IconCircleList"/>
    <dgm:cxn modelId="{D287B6B1-EB5A-4B99-9D72-CE64F926983F}" type="presParOf" srcId="{524C804C-9398-4F7B-ADD8-CDE9C483B2F1}" destId="{52B3A624-83FB-4E4C-8198-B9985C53355D}" srcOrd="3" destOrd="0" presId="urn:microsoft.com/office/officeart/2018/2/layout/IconCircleList"/>
    <dgm:cxn modelId="{64ABCE28-18CC-4FDA-9BB7-5824BF41298F}" type="presParOf" srcId="{524C804C-9398-4F7B-ADD8-CDE9C483B2F1}" destId="{709FC728-0851-4CA0-A469-D6FD6116FA55}" srcOrd="4" destOrd="0" presId="urn:microsoft.com/office/officeart/2018/2/layout/IconCircleList"/>
    <dgm:cxn modelId="{D263D28B-4E41-4520-A27F-FBB0193F6A57}" type="presParOf" srcId="{709FC728-0851-4CA0-A469-D6FD6116FA55}" destId="{8633237D-2FE1-4633-B8AB-652107CE8B36}" srcOrd="0" destOrd="0" presId="urn:microsoft.com/office/officeart/2018/2/layout/IconCircleList"/>
    <dgm:cxn modelId="{905B2CAD-9401-4906-81A1-8EA2E239ED7C}" type="presParOf" srcId="{709FC728-0851-4CA0-A469-D6FD6116FA55}" destId="{B3346E92-7239-42DC-9818-99C6C03B29EA}" srcOrd="1" destOrd="0" presId="urn:microsoft.com/office/officeart/2018/2/layout/IconCircleList"/>
    <dgm:cxn modelId="{06698926-74A7-44FD-A64E-B46F4B3A3F48}" type="presParOf" srcId="{709FC728-0851-4CA0-A469-D6FD6116FA55}" destId="{B803F91E-DB43-48FE-A8C9-55BCF4CBB1DE}" srcOrd="2" destOrd="0" presId="urn:microsoft.com/office/officeart/2018/2/layout/IconCircleList"/>
    <dgm:cxn modelId="{87AB6E6B-5457-4867-8901-420E5BC3C410}" type="presParOf" srcId="{709FC728-0851-4CA0-A469-D6FD6116FA55}" destId="{78F1A733-4569-4AB9-A979-DCF9A2E9A0C0}" srcOrd="3" destOrd="0" presId="urn:microsoft.com/office/officeart/2018/2/layout/IconCircleList"/>
    <dgm:cxn modelId="{D990E421-DA86-421B-987F-775A441D5F95}" type="presParOf" srcId="{524C804C-9398-4F7B-ADD8-CDE9C483B2F1}" destId="{370DBFC3-D5EA-4F6E-A3AF-5788DE20711A}" srcOrd="5" destOrd="0" presId="urn:microsoft.com/office/officeart/2018/2/layout/IconCircleList"/>
    <dgm:cxn modelId="{D62912D3-25EC-490E-BA86-FFC7FA9FA1DA}" type="presParOf" srcId="{524C804C-9398-4F7B-ADD8-CDE9C483B2F1}" destId="{C772824E-2795-4508-82F3-142EF0649354}" srcOrd="6" destOrd="0" presId="urn:microsoft.com/office/officeart/2018/2/layout/IconCircleList"/>
    <dgm:cxn modelId="{929324A4-B54A-46B9-9ADD-1E16B43498C1}" type="presParOf" srcId="{C772824E-2795-4508-82F3-142EF0649354}" destId="{D7B1645C-9474-41B4-8EB6-58D0AA91A23D}" srcOrd="0" destOrd="0" presId="urn:microsoft.com/office/officeart/2018/2/layout/IconCircleList"/>
    <dgm:cxn modelId="{BF5B3F2A-17E8-41FA-8154-46329F058C37}" type="presParOf" srcId="{C772824E-2795-4508-82F3-142EF0649354}" destId="{BB4F8EBE-7746-4DD8-B4AF-5E8954CF054B}" srcOrd="1" destOrd="0" presId="urn:microsoft.com/office/officeart/2018/2/layout/IconCircleList"/>
    <dgm:cxn modelId="{36B41EBC-F7C5-4A28-8341-3F2BD9E3F14C}" type="presParOf" srcId="{C772824E-2795-4508-82F3-142EF0649354}" destId="{70196ED7-4794-4951-8407-7CE175F4A45B}" srcOrd="2" destOrd="0" presId="urn:microsoft.com/office/officeart/2018/2/layout/IconCircleList"/>
    <dgm:cxn modelId="{825CC065-4FDD-4886-ACC8-749062AFED2B}" type="presParOf" srcId="{C772824E-2795-4508-82F3-142EF0649354}" destId="{71A04B6C-786E-4B7E-9BF4-E68CAC6719C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478356-C6E0-431C-9936-4F4E6EB9F96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3BB4064-C07F-480D-9BCA-23E0202171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inventory levels meeting demand?</a:t>
          </a:r>
        </a:p>
      </dgm:t>
    </dgm:pt>
    <dgm:pt modelId="{F28512BF-FF17-4A20-ABEE-1C1DC082677E}" type="parTrans" cxnId="{57E539C1-F7AC-4E03-B68E-7D057192BAC2}">
      <dgm:prSet/>
      <dgm:spPr/>
      <dgm:t>
        <a:bodyPr/>
        <a:lstStyle/>
        <a:p>
          <a:endParaRPr lang="en-US"/>
        </a:p>
      </dgm:t>
    </dgm:pt>
    <dgm:pt modelId="{C5F31246-11E6-44AF-AAB3-3D70A5A67C3A}" type="sibTrans" cxnId="{57E539C1-F7AC-4E03-B68E-7D057192BA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5C0939-CBBB-4E2E-91E3-61482EE1F9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Which suppliers are most reliable?</a:t>
          </a:r>
        </a:p>
      </dgm:t>
    </dgm:pt>
    <dgm:pt modelId="{E9D458DC-FAC9-4B65-8473-5E518EA1739B}" type="parTrans" cxnId="{71292DE7-6AFC-47CF-BA65-89F94FD85564}">
      <dgm:prSet/>
      <dgm:spPr/>
      <dgm:t>
        <a:bodyPr/>
        <a:lstStyle/>
        <a:p>
          <a:endParaRPr lang="en-US"/>
        </a:p>
      </dgm:t>
    </dgm:pt>
    <dgm:pt modelId="{33860E5E-4F7B-46C4-A2A6-10189F9A9E72}" type="sibTrans" cxnId="{71292DE7-6AFC-47CF-BA65-89F94FD855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E55451-4C75-4869-9269-35C43074DF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What is the order fulfillment efficiency?</a:t>
          </a:r>
        </a:p>
      </dgm:t>
    </dgm:pt>
    <dgm:pt modelId="{254DE745-2FE5-4BFF-8FC0-2156EBDA7284}" type="parTrans" cxnId="{E4F95251-19CC-45AB-BA7E-D54F9C064106}">
      <dgm:prSet/>
      <dgm:spPr/>
      <dgm:t>
        <a:bodyPr/>
        <a:lstStyle/>
        <a:p>
          <a:endParaRPr lang="en-US"/>
        </a:p>
      </dgm:t>
    </dgm:pt>
    <dgm:pt modelId="{E7DFF45C-108D-4C45-898C-F67E747B7511}" type="sibTrans" cxnId="{E4F95251-19CC-45AB-BA7E-D54F9C06410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7775E46-B8E0-40AE-BF36-26DF07D4FE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How do procurement costs vary over time?</a:t>
          </a:r>
        </a:p>
      </dgm:t>
    </dgm:pt>
    <dgm:pt modelId="{D9ECAFA0-F641-43D4-AF71-9A2D73951B1E}" type="parTrans" cxnId="{054D1357-58FE-40CA-8720-87AFBCE03BF3}">
      <dgm:prSet/>
      <dgm:spPr/>
      <dgm:t>
        <a:bodyPr/>
        <a:lstStyle/>
        <a:p>
          <a:endParaRPr lang="en-US"/>
        </a:p>
      </dgm:t>
    </dgm:pt>
    <dgm:pt modelId="{CC09B0E9-91F6-4880-972C-8000ABBDC00F}" type="sibTrans" cxnId="{054D1357-58FE-40CA-8720-87AFBCE03BF3}">
      <dgm:prSet/>
      <dgm:spPr/>
      <dgm:t>
        <a:bodyPr/>
        <a:lstStyle/>
        <a:p>
          <a:endParaRPr lang="en-US"/>
        </a:p>
      </dgm:t>
    </dgm:pt>
    <dgm:pt modelId="{B5E65558-C0C9-498E-9251-BDBABEB45E68}" type="pres">
      <dgm:prSet presAssocID="{D7478356-C6E0-431C-9936-4F4E6EB9F96D}" presName="root" presStyleCnt="0">
        <dgm:presLayoutVars>
          <dgm:dir/>
          <dgm:resizeHandles val="exact"/>
        </dgm:presLayoutVars>
      </dgm:prSet>
      <dgm:spPr/>
    </dgm:pt>
    <dgm:pt modelId="{997356F1-2A55-4A5C-92EC-7135163B67AE}" type="pres">
      <dgm:prSet presAssocID="{D7478356-C6E0-431C-9936-4F4E6EB9F96D}" presName="container" presStyleCnt="0">
        <dgm:presLayoutVars>
          <dgm:dir/>
          <dgm:resizeHandles val="exact"/>
        </dgm:presLayoutVars>
      </dgm:prSet>
      <dgm:spPr/>
    </dgm:pt>
    <dgm:pt modelId="{C407B5C4-B7AA-4D06-BAFB-5BD6A6E8DA28}" type="pres">
      <dgm:prSet presAssocID="{03BB4064-C07F-480D-9BCA-23E02021715D}" presName="compNode" presStyleCnt="0"/>
      <dgm:spPr/>
    </dgm:pt>
    <dgm:pt modelId="{3CF8AA92-D26D-47C3-9826-2103029FDF9C}" type="pres">
      <dgm:prSet presAssocID="{03BB4064-C07F-480D-9BCA-23E02021715D}" presName="iconBgRect" presStyleLbl="bgShp" presStyleIdx="0" presStyleCnt="4"/>
      <dgm:spPr/>
    </dgm:pt>
    <dgm:pt modelId="{F1BB0F11-59DF-4775-947B-6ED59D8E3E7E}" type="pres">
      <dgm:prSet presAssocID="{03BB4064-C07F-480D-9BCA-23E02021715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56E0CEC5-287B-47E4-B5AB-C4E868B7B191}" type="pres">
      <dgm:prSet presAssocID="{03BB4064-C07F-480D-9BCA-23E02021715D}" presName="spaceRect" presStyleCnt="0"/>
      <dgm:spPr/>
    </dgm:pt>
    <dgm:pt modelId="{CBF7D008-4EC2-493A-8736-644DF6C52A46}" type="pres">
      <dgm:prSet presAssocID="{03BB4064-C07F-480D-9BCA-23E02021715D}" presName="textRect" presStyleLbl="revTx" presStyleIdx="0" presStyleCnt="4">
        <dgm:presLayoutVars>
          <dgm:chMax val="1"/>
          <dgm:chPref val="1"/>
        </dgm:presLayoutVars>
      </dgm:prSet>
      <dgm:spPr/>
    </dgm:pt>
    <dgm:pt modelId="{DA0B270F-90A9-48CD-B000-8AA999316691}" type="pres">
      <dgm:prSet presAssocID="{C5F31246-11E6-44AF-AAB3-3D70A5A67C3A}" presName="sibTrans" presStyleLbl="sibTrans2D1" presStyleIdx="0" presStyleCnt="0"/>
      <dgm:spPr/>
    </dgm:pt>
    <dgm:pt modelId="{37D8E106-5D33-46D6-8789-C083ADF2C3FB}" type="pres">
      <dgm:prSet presAssocID="{F55C0939-CBBB-4E2E-91E3-61482EE1F92E}" presName="compNode" presStyleCnt="0"/>
      <dgm:spPr/>
    </dgm:pt>
    <dgm:pt modelId="{026939E9-2BD4-4753-A8F5-DFAA287D3EAF}" type="pres">
      <dgm:prSet presAssocID="{F55C0939-CBBB-4E2E-91E3-61482EE1F92E}" presName="iconBgRect" presStyleLbl="bgShp" presStyleIdx="1" presStyleCnt="4"/>
      <dgm:spPr/>
    </dgm:pt>
    <dgm:pt modelId="{F031B25D-71A1-4473-9C67-7BC73A21FE3E}" type="pres">
      <dgm:prSet presAssocID="{F55C0939-CBBB-4E2E-91E3-61482EE1F92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B92EC6D-CF3E-4CD3-BE7B-5B1B23DFA9A0}" type="pres">
      <dgm:prSet presAssocID="{F55C0939-CBBB-4E2E-91E3-61482EE1F92E}" presName="spaceRect" presStyleCnt="0"/>
      <dgm:spPr/>
    </dgm:pt>
    <dgm:pt modelId="{405DB6BE-86D0-47A7-BC2E-DF7941DDFFB5}" type="pres">
      <dgm:prSet presAssocID="{F55C0939-CBBB-4E2E-91E3-61482EE1F92E}" presName="textRect" presStyleLbl="revTx" presStyleIdx="1" presStyleCnt="4">
        <dgm:presLayoutVars>
          <dgm:chMax val="1"/>
          <dgm:chPref val="1"/>
        </dgm:presLayoutVars>
      </dgm:prSet>
      <dgm:spPr/>
    </dgm:pt>
    <dgm:pt modelId="{D46FE6EE-289F-48D7-A9F0-2C3FC978FCAB}" type="pres">
      <dgm:prSet presAssocID="{33860E5E-4F7B-46C4-A2A6-10189F9A9E72}" presName="sibTrans" presStyleLbl="sibTrans2D1" presStyleIdx="0" presStyleCnt="0"/>
      <dgm:spPr/>
    </dgm:pt>
    <dgm:pt modelId="{34BA6B9B-1F71-434A-8697-3692C76A15B1}" type="pres">
      <dgm:prSet presAssocID="{C3E55451-4C75-4869-9269-35C43074DF5F}" presName="compNode" presStyleCnt="0"/>
      <dgm:spPr/>
    </dgm:pt>
    <dgm:pt modelId="{9D48409E-FEA1-41DF-A9B4-F6C689F3A472}" type="pres">
      <dgm:prSet presAssocID="{C3E55451-4C75-4869-9269-35C43074DF5F}" presName="iconBgRect" presStyleLbl="bgShp" presStyleIdx="2" presStyleCnt="4"/>
      <dgm:spPr/>
    </dgm:pt>
    <dgm:pt modelId="{73EB3FF6-EFD8-4B54-9C8F-3D97D57C9E21}" type="pres">
      <dgm:prSet presAssocID="{C3E55451-4C75-4869-9269-35C43074DF5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21B30809-CE36-4A21-BFA3-56B718644163}" type="pres">
      <dgm:prSet presAssocID="{C3E55451-4C75-4869-9269-35C43074DF5F}" presName="spaceRect" presStyleCnt="0"/>
      <dgm:spPr/>
    </dgm:pt>
    <dgm:pt modelId="{44A0C2C2-4900-43CE-AB31-CB2C1F8EA4CB}" type="pres">
      <dgm:prSet presAssocID="{C3E55451-4C75-4869-9269-35C43074DF5F}" presName="textRect" presStyleLbl="revTx" presStyleIdx="2" presStyleCnt="4">
        <dgm:presLayoutVars>
          <dgm:chMax val="1"/>
          <dgm:chPref val="1"/>
        </dgm:presLayoutVars>
      </dgm:prSet>
      <dgm:spPr/>
    </dgm:pt>
    <dgm:pt modelId="{B7CB2AEB-A5AF-44FC-BA17-51C2F23B54EA}" type="pres">
      <dgm:prSet presAssocID="{E7DFF45C-108D-4C45-898C-F67E747B7511}" presName="sibTrans" presStyleLbl="sibTrans2D1" presStyleIdx="0" presStyleCnt="0"/>
      <dgm:spPr/>
    </dgm:pt>
    <dgm:pt modelId="{CC70F068-0C99-4783-8187-9378601E7034}" type="pres">
      <dgm:prSet presAssocID="{D7775E46-B8E0-40AE-BF36-26DF07D4FE84}" presName="compNode" presStyleCnt="0"/>
      <dgm:spPr/>
    </dgm:pt>
    <dgm:pt modelId="{AF0A9C8D-BDCB-4BB6-B331-2D6D224C2575}" type="pres">
      <dgm:prSet presAssocID="{D7775E46-B8E0-40AE-BF36-26DF07D4FE84}" presName="iconBgRect" presStyleLbl="bgShp" presStyleIdx="3" presStyleCnt="4"/>
      <dgm:spPr/>
    </dgm:pt>
    <dgm:pt modelId="{0604D393-DBA2-45F4-9A77-9AAC9DBF5F9C}" type="pres">
      <dgm:prSet presAssocID="{D7775E46-B8E0-40AE-BF36-26DF07D4FE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3F1B43D-0F52-4B20-973A-B401CC0708B0}" type="pres">
      <dgm:prSet presAssocID="{D7775E46-B8E0-40AE-BF36-26DF07D4FE84}" presName="spaceRect" presStyleCnt="0"/>
      <dgm:spPr/>
    </dgm:pt>
    <dgm:pt modelId="{B69CB6EB-2985-4F28-A716-5606C9204E12}" type="pres">
      <dgm:prSet presAssocID="{D7775E46-B8E0-40AE-BF36-26DF07D4FE8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FC02700-43A2-4D76-BBD0-21ED216C1BAB}" type="presOf" srcId="{C3E55451-4C75-4869-9269-35C43074DF5F}" destId="{44A0C2C2-4900-43CE-AB31-CB2C1F8EA4CB}" srcOrd="0" destOrd="0" presId="urn:microsoft.com/office/officeart/2018/2/layout/IconCircleList"/>
    <dgm:cxn modelId="{C87A2717-D003-4D88-9902-FB11C3435CBE}" type="presOf" srcId="{D7775E46-B8E0-40AE-BF36-26DF07D4FE84}" destId="{B69CB6EB-2985-4F28-A716-5606C9204E12}" srcOrd="0" destOrd="0" presId="urn:microsoft.com/office/officeart/2018/2/layout/IconCircleList"/>
    <dgm:cxn modelId="{0E42414C-622F-4037-BFA4-4E51C6B3B2D5}" type="presOf" srcId="{D7478356-C6E0-431C-9936-4F4E6EB9F96D}" destId="{B5E65558-C0C9-498E-9251-BDBABEB45E68}" srcOrd="0" destOrd="0" presId="urn:microsoft.com/office/officeart/2018/2/layout/IconCircleList"/>
    <dgm:cxn modelId="{6C7B054D-C316-4D47-830F-B055D3966C96}" type="presOf" srcId="{33860E5E-4F7B-46C4-A2A6-10189F9A9E72}" destId="{D46FE6EE-289F-48D7-A9F0-2C3FC978FCAB}" srcOrd="0" destOrd="0" presId="urn:microsoft.com/office/officeart/2018/2/layout/IconCircleList"/>
    <dgm:cxn modelId="{E4F95251-19CC-45AB-BA7E-D54F9C064106}" srcId="{D7478356-C6E0-431C-9936-4F4E6EB9F96D}" destId="{C3E55451-4C75-4869-9269-35C43074DF5F}" srcOrd="2" destOrd="0" parTransId="{254DE745-2FE5-4BFF-8FC0-2156EBDA7284}" sibTransId="{E7DFF45C-108D-4C45-898C-F67E747B7511}"/>
    <dgm:cxn modelId="{054D1357-58FE-40CA-8720-87AFBCE03BF3}" srcId="{D7478356-C6E0-431C-9936-4F4E6EB9F96D}" destId="{D7775E46-B8E0-40AE-BF36-26DF07D4FE84}" srcOrd="3" destOrd="0" parTransId="{D9ECAFA0-F641-43D4-AF71-9A2D73951B1E}" sibTransId="{CC09B0E9-91F6-4880-972C-8000ABBDC00F}"/>
    <dgm:cxn modelId="{AE48A057-085E-4BE2-A081-79CC40A27D39}" type="presOf" srcId="{03BB4064-C07F-480D-9BCA-23E02021715D}" destId="{CBF7D008-4EC2-493A-8736-644DF6C52A46}" srcOrd="0" destOrd="0" presId="urn:microsoft.com/office/officeart/2018/2/layout/IconCircleList"/>
    <dgm:cxn modelId="{77951885-F906-4B9C-96D8-39473F5C742E}" type="presOf" srcId="{E7DFF45C-108D-4C45-898C-F67E747B7511}" destId="{B7CB2AEB-A5AF-44FC-BA17-51C2F23B54EA}" srcOrd="0" destOrd="0" presId="urn:microsoft.com/office/officeart/2018/2/layout/IconCircleList"/>
    <dgm:cxn modelId="{5D1A0FAD-D551-4400-8A8F-3BFC5B684EA3}" type="presOf" srcId="{F55C0939-CBBB-4E2E-91E3-61482EE1F92E}" destId="{405DB6BE-86D0-47A7-BC2E-DF7941DDFFB5}" srcOrd="0" destOrd="0" presId="urn:microsoft.com/office/officeart/2018/2/layout/IconCircleList"/>
    <dgm:cxn modelId="{FEE193B2-0313-4C4A-8D74-AFF74F231D23}" type="presOf" srcId="{C5F31246-11E6-44AF-AAB3-3D70A5A67C3A}" destId="{DA0B270F-90A9-48CD-B000-8AA999316691}" srcOrd="0" destOrd="0" presId="urn:microsoft.com/office/officeart/2018/2/layout/IconCircleList"/>
    <dgm:cxn modelId="{57E539C1-F7AC-4E03-B68E-7D057192BAC2}" srcId="{D7478356-C6E0-431C-9936-4F4E6EB9F96D}" destId="{03BB4064-C07F-480D-9BCA-23E02021715D}" srcOrd="0" destOrd="0" parTransId="{F28512BF-FF17-4A20-ABEE-1C1DC082677E}" sibTransId="{C5F31246-11E6-44AF-AAB3-3D70A5A67C3A}"/>
    <dgm:cxn modelId="{71292DE7-6AFC-47CF-BA65-89F94FD85564}" srcId="{D7478356-C6E0-431C-9936-4F4E6EB9F96D}" destId="{F55C0939-CBBB-4E2E-91E3-61482EE1F92E}" srcOrd="1" destOrd="0" parTransId="{E9D458DC-FAC9-4B65-8473-5E518EA1739B}" sibTransId="{33860E5E-4F7B-46C4-A2A6-10189F9A9E72}"/>
    <dgm:cxn modelId="{55AE7DFF-F76D-466A-9059-658784994B3B}" type="presParOf" srcId="{B5E65558-C0C9-498E-9251-BDBABEB45E68}" destId="{997356F1-2A55-4A5C-92EC-7135163B67AE}" srcOrd="0" destOrd="0" presId="urn:microsoft.com/office/officeart/2018/2/layout/IconCircleList"/>
    <dgm:cxn modelId="{8E2C5AA0-6D7C-414F-A972-BC0F0EE2AC42}" type="presParOf" srcId="{997356F1-2A55-4A5C-92EC-7135163B67AE}" destId="{C407B5C4-B7AA-4D06-BAFB-5BD6A6E8DA28}" srcOrd="0" destOrd="0" presId="urn:microsoft.com/office/officeart/2018/2/layout/IconCircleList"/>
    <dgm:cxn modelId="{A36FD1E6-0D9D-4E0E-A451-BEE6BA61E23C}" type="presParOf" srcId="{C407B5C4-B7AA-4D06-BAFB-5BD6A6E8DA28}" destId="{3CF8AA92-D26D-47C3-9826-2103029FDF9C}" srcOrd="0" destOrd="0" presId="urn:microsoft.com/office/officeart/2018/2/layout/IconCircleList"/>
    <dgm:cxn modelId="{63DAAB4B-11B8-4ECC-86DA-156AFDB4F7F4}" type="presParOf" srcId="{C407B5C4-B7AA-4D06-BAFB-5BD6A6E8DA28}" destId="{F1BB0F11-59DF-4775-947B-6ED59D8E3E7E}" srcOrd="1" destOrd="0" presId="urn:microsoft.com/office/officeart/2018/2/layout/IconCircleList"/>
    <dgm:cxn modelId="{DFD76B96-3CCC-4FB3-8368-8591274BAC91}" type="presParOf" srcId="{C407B5C4-B7AA-4D06-BAFB-5BD6A6E8DA28}" destId="{56E0CEC5-287B-47E4-B5AB-C4E868B7B191}" srcOrd="2" destOrd="0" presId="urn:microsoft.com/office/officeart/2018/2/layout/IconCircleList"/>
    <dgm:cxn modelId="{8729DA46-568E-4023-9835-9DCD54B0DC1D}" type="presParOf" srcId="{C407B5C4-B7AA-4D06-BAFB-5BD6A6E8DA28}" destId="{CBF7D008-4EC2-493A-8736-644DF6C52A46}" srcOrd="3" destOrd="0" presId="urn:microsoft.com/office/officeart/2018/2/layout/IconCircleList"/>
    <dgm:cxn modelId="{425556C3-FA19-4491-91DF-7B4EBC22E2EE}" type="presParOf" srcId="{997356F1-2A55-4A5C-92EC-7135163B67AE}" destId="{DA0B270F-90A9-48CD-B000-8AA999316691}" srcOrd="1" destOrd="0" presId="urn:microsoft.com/office/officeart/2018/2/layout/IconCircleList"/>
    <dgm:cxn modelId="{7367077C-81A7-495E-B9E1-14D91B2DA03A}" type="presParOf" srcId="{997356F1-2A55-4A5C-92EC-7135163B67AE}" destId="{37D8E106-5D33-46D6-8789-C083ADF2C3FB}" srcOrd="2" destOrd="0" presId="urn:microsoft.com/office/officeart/2018/2/layout/IconCircleList"/>
    <dgm:cxn modelId="{FC8AF3A2-70ED-425B-8A55-2A312A059C04}" type="presParOf" srcId="{37D8E106-5D33-46D6-8789-C083ADF2C3FB}" destId="{026939E9-2BD4-4753-A8F5-DFAA287D3EAF}" srcOrd="0" destOrd="0" presId="urn:microsoft.com/office/officeart/2018/2/layout/IconCircleList"/>
    <dgm:cxn modelId="{624D850E-F5D5-4D1D-992A-22EC3001DFA3}" type="presParOf" srcId="{37D8E106-5D33-46D6-8789-C083ADF2C3FB}" destId="{F031B25D-71A1-4473-9C67-7BC73A21FE3E}" srcOrd="1" destOrd="0" presId="urn:microsoft.com/office/officeart/2018/2/layout/IconCircleList"/>
    <dgm:cxn modelId="{A879CA28-071B-43C1-886E-F56C065D6CEE}" type="presParOf" srcId="{37D8E106-5D33-46D6-8789-C083ADF2C3FB}" destId="{8B92EC6D-CF3E-4CD3-BE7B-5B1B23DFA9A0}" srcOrd="2" destOrd="0" presId="urn:microsoft.com/office/officeart/2018/2/layout/IconCircleList"/>
    <dgm:cxn modelId="{BCA629B4-588E-4AC3-8B77-280E8546BA1F}" type="presParOf" srcId="{37D8E106-5D33-46D6-8789-C083ADF2C3FB}" destId="{405DB6BE-86D0-47A7-BC2E-DF7941DDFFB5}" srcOrd="3" destOrd="0" presId="urn:microsoft.com/office/officeart/2018/2/layout/IconCircleList"/>
    <dgm:cxn modelId="{1141965D-D168-40BD-96D8-50275EBC3D12}" type="presParOf" srcId="{997356F1-2A55-4A5C-92EC-7135163B67AE}" destId="{D46FE6EE-289F-48D7-A9F0-2C3FC978FCAB}" srcOrd="3" destOrd="0" presId="urn:microsoft.com/office/officeart/2018/2/layout/IconCircleList"/>
    <dgm:cxn modelId="{924C5167-F729-40D3-820E-DDF4E3864684}" type="presParOf" srcId="{997356F1-2A55-4A5C-92EC-7135163B67AE}" destId="{34BA6B9B-1F71-434A-8697-3692C76A15B1}" srcOrd="4" destOrd="0" presId="urn:microsoft.com/office/officeart/2018/2/layout/IconCircleList"/>
    <dgm:cxn modelId="{EA26E749-3D77-4528-AB9D-B94D6368EA48}" type="presParOf" srcId="{34BA6B9B-1F71-434A-8697-3692C76A15B1}" destId="{9D48409E-FEA1-41DF-A9B4-F6C689F3A472}" srcOrd="0" destOrd="0" presId="urn:microsoft.com/office/officeart/2018/2/layout/IconCircleList"/>
    <dgm:cxn modelId="{1BA24789-71AD-4B49-A433-8D5D70C330A5}" type="presParOf" srcId="{34BA6B9B-1F71-434A-8697-3692C76A15B1}" destId="{73EB3FF6-EFD8-4B54-9C8F-3D97D57C9E21}" srcOrd="1" destOrd="0" presId="urn:microsoft.com/office/officeart/2018/2/layout/IconCircleList"/>
    <dgm:cxn modelId="{94AC199D-1728-43A5-A0BB-C77B979477FD}" type="presParOf" srcId="{34BA6B9B-1F71-434A-8697-3692C76A15B1}" destId="{21B30809-CE36-4A21-BFA3-56B718644163}" srcOrd="2" destOrd="0" presId="urn:microsoft.com/office/officeart/2018/2/layout/IconCircleList"/>
    <dgm:cxn modelId="{5E3D5524-8872-4A62-B933-066E265FFF5F}" type="presParOf" srcId="{34BA6B9B-1F71-434A-8697-3692C76A15B1}" destId="{44A0C2C2-4900-43CE-AB31-CB2C1F8EA4CB}" srcOrd="3" destOrd="0" presId="urn:microsoft.com/office/officeart/2018/2/layout/IconCircleList"/>
    <dgm:cxn modelId="{6DF1C454-379C-4E6C-894B-68254465F69D}" type="presParOf" srcId="{997356F1-2A55-4A5C-92EC-7135163B67AE}" destId="{B7CB2AEB-A5AF-44FC-BA17-51C2F23B54EA}" srcOrd="5" destOrd="0" presId="urn:microsoft.com/office/officeart/2018/2/layout/IconCircleList"/>
    <dgm:cxn modelId="{D19D9780-F7F1-4214-BBC0-E93F3841730E}" type="presParOf" srcId="{997356F1-2A55-4A5C-92EC-7135163B67AE}" destId="{CC70F068-0C99-4783-8187-9378601E7034}" srcOrd="6" destOrd="0" presId="urn:microsoft.com/office/officeart/2018/2/layout/IconCircleList"/>
    <dgm:cxn modelId="{7732298F-B986-4E8B-B535-4669CF060A17}" type="presParOf" srcId="{CC70F068-0C99-4783-8187-9378601E7034}" destId="{AF0A9C8D-BDCB-4BB6-B331-2D6D224C2575}" srcOrd="0" destOrd="0" presId="urn:microsoft.com/office/officeart/2018/2/layout/IconCircleList"/>
    <dgm:cxn modelId="{30833189-565B-4022-9775-1C4E47B7E822}" type="presParOf" srcId="{CC70F068-0C99-4783-8187-9378601E7034}" destId="{0604D393-DBA2-45F4-9A77-9AAC9DBF5F9C}" srcOrd="1" destOrd="0" presId="urn:microsoft.com/office/officeart/2018/2/layout/IconCircleList"/>
    <dgm:cxn modelId="{A1F8FDDD-77CC-4F81-884D-00502FDB4C99}" type="presParOf" srcId="{CC70F068-0C99-4783-8187-9378601E7034}" destId="{93F1B43D-0F52-4B20-973A-B401CC0708B0}" srcOrd="2" destOrd="0" presId="urn:microsoft.com/office/officeart/2018/2/layout/IconCircleList"/>
    <dgm:cxn modelId="{126309D8-25F5-4E93-B268-AF3F205C6806}" type="presParOf" srcId="{CC70F068-0C99-4783-8187-9378601E7034}" destId="{B69CB6EB-2985-4F28-A716-5606C9204E1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5A3A09-FBF5-4A8C-8C3C-62852B32666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D32C81D-025A-42B1-A5E1-992D4D9DE7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What are the most common complaints?</a:t>
          </a:r>
        </a:p>
      </dgm:t>
    </dgm:pt>
    <dgm:pt modelId="{D3656A95-81CA-47BF-A3F4-D30644E6FAAC}" type="parTrans" cxnId="{7112A282-588D-458E-8E76-0CE76C1A56AC}">
      <dgm:prSet/>
      <dgm:spPr/>
      <dgm:t>
        <a:bodyPr/>
        <a:lstStyle/>
        <a:p>
          <a:endParaRPr lang="en-US"/>
        </a:p>
      </dgm:t>
    </dgm:pt>
    <dgm:pt modelId="{1F607600-8DF5-4C45-9527-4ECC3BE4F4C7}" type="sibTrans" cxnId="{7112A282-588D-458E-8E76-0CE76C1A56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2077C4-821D-4B86-B372-5C6F4CEC5F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How satisfied are customers by region?</a:t>
          </a:r>
        </a:p>
      </dgm:t>
    </dgm:pt>
    <dgm:pt modelId="{6A370D01-03A0-4D66-B4AD-832AF3047AFC}" type="parTrans" cxnId="{5566128E-B41A-4AE5-BB1A-2AC9BD620FAF}">
      <dgm:prSet/>
      <dgm:spPr/>
      <dgm:t>
        <a:bodyPr/>
        <a:lstStyle/>
        <a:p>
          <a:endParaRPr lang="en-US"/>
        </a:p>
      </dgm:t>
    </dgm:pt>
    <dgm:pt modelId="{B9AC1EAC-FEAC-4457-99F0-D3AA7F6F6669}" type="sibTrans" cxnId="{5566128E-B41A-4AE5-BB1A-2AC9BD620F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07221C-6AAC-4DF1-8BDA-21A2087F90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What is the average complaint resolution time?</a:t>
          </a:r>
        </a:p>
      </dgm:t>
    </dgm:pt>
    <dgm:pt modelId="{B9DA88B0-DC99-4BAE-9FA8-A7FA00FC2D31}" type="parTrans" cxnId="{BF95FFEA-476F-465A-B86B-31B9B7ED38D4}">
      <dgm:prSet/>
      <dgm:spPr/>
      <dgm:t>
        <a:bodyPr/>
        <a:lstStyle/>
        <a:p>
          <a:endParaRPr lang="en-US"/>
        </a:p>
      </dgm:t>
    </dgm:pt>
    <dgm:pt modelId="{BFAEEA47-3BAF-4CA7-9EF1-70986A4A7CDE}" type="sibTrans" cxnId="{BF95FFEA-476F-465A-B86B-31B9B7ED38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10D72E7-1BD9-4ABB-82D5-8ECCAC5AD3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How effective is the issue resolution process?</a:t>
          </a:r>
        </a:p>
      </dgm:t>
    </dgm:pt>
    <dgm:pt modelId="{08F24066-C8DC-401B-A7CD-4868D1FA2CC9}" type="parTrans" cxnId="{E295F2E7-4AE1-4062-BD22-DB8AB3DA3EDC}">
      <dgm:prSet/>
      <dgm:spPr/>
      <dgm:t>
        <a:bodyPr/>
        <a:lstStyle/>
        <a:p>
          <a:endParaRPr lang="en-US"/>
        </a:p>
      </dgm:t>
    </dgm:pt>
    <dgm:pt modelId="{CC281DA6-13F5-4EFF-9492-5BB285D9A41A}" type="sibTrans" cxnId="{E295F2E7-4AE1-4062-BD22-DB8AB3DA3EDC}">
      <dgm:prSet/>
      <dgm:spPr/>
      <dgm:t>
        <a:bodyPr/>
        <a:lstStyle/>
        <a:p>
          <a:endParaRPr lang="en-US"/>
        </a:p>
      </dgm:t>
    </dgm:pt>
    <dgm:pt modelId="{BCFCE8FA-1D61-4111-99FF-BFE8DC7024D6}" type="pres">
      <dgm:prSet presAssocID="{C85A3A09-FBF5-4A8C-8C3C-62852B326663}" presName="root" presStyleCnt="0">
        <dgm:presLayoutVars>
          <dgm:dir/>
          <dgm:resizeHandles val="exact"/>
        </dgm:presLayoutVars>
      </dgm:prSet>
      <dgm:spPr/>
    </dgm:pt>
    <dgm:pt modelId="{653F216A-D2F2-40EA-9621-A0436046CDA3}" type="pres">
      <dgm:prSet presAssocID="{C85A3A09-FBF5-4A8C-8C3C-62852B326663}" presName="container" presStyleCnt="0">
        <dgm:presLayoutVars>
          <dgm:dir/>
          <dgm:resizeHandles val="exact"/>
        </dgm:presLayoutVars>
      </dgm:prSet>
      <dgm:spPr/>
    </dgm:pt>
    <dgm:pt modelId="{756C55A5-5D51-4D74-A58E-3750263769F4}" type="pres">
      <dgm:prSet presAssocID="{9D32C81D-025A-42B1-A5E1-992D4D9DE78D}" presName="compNode" presStyleCnt="0"/>
      <dgm:spPr/>
    </dgm:pt>
    <dgm:pt modelId="{88E9649A-A62F-4D34-A9E0-A8B19F1520E2}" type="pres">
      <dgm:prSet presAssocID="{9D32C81D-025A-42B1-A5E1-992D4D9DE78D}" presName="iconBgRect" presStyleLbl="bgShp" presStyleIdx="0" presStyleCnt="4"/>
      <dgm:spPr/>
    </dgm:pt>
    <dgm:pt modelId="{3FC3625D-E7C0-4030-AC41-66EC4E6A1251}" type="pres">
      <dgm:prSet presAssocID="{9D32C81D-025A-42B1-A5E1-992D4D9DE78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E8A1353A-1B19-4AB6-9C10-47A05BC1EA3F}" type="pres">
      <dgm:prSet presAssocID="{9D32C81D-025A-42B1-A5E1-992D4D9DE78D}" presName="spaceRect" presStyleCnt="0"/>
      <dgm:spPr/>
    </dgm:pt>
    <dgm:pt modelId="{BEB7A3CE-EF5C-41D0-BDCF-B91992F83EF0}" type="pres">
      <dgm:prSet presAssocID="{9D32C81D-025A-42B1-A5E1-992D4D9DE78D}" presName="textRect" presStyleLbl="revTx" presStyleIdx="0" presStyleCnt="4">
        <dgm:presLayoutVars>
          <dgm:chMax val="1"/>
          <dgm:chPref val="1"/>
        </dgm:presLayoutVars>
      </dgm:prSet>
      <dgm:spPr/>
    </dgm:pt>
    <dgm:pt modelId="{C26F0B1B-39EB-4F51-99D7-A1AE6D95DC54}" type="pres">
      <dgm:prSet presAssocID="{1F607600-8DF5-4C45-9527-4ECC3BE4F4C7}" presName="sibTrans" presStyleLbl="sibTrans2D1" presStyleIdx="0" presStyleCnt="0"/>
      <dgm:spPr/>
    </dgm:pt>
    <dgm:pt modelId="{34EA86D0-5D3E-4820-BD70-1B26FE3F6C66}" type="pres">
      <dgm:prSet presAssocID="{562077C4-821D-4B86-B372-5C6F4CEC5F13}" presName="compNode" presStyleCnt="0"/>
      <dgm:spPr/>
    </dgm:pt>
    <dgm:pt modelId="{7DB7A26B-58E8-4F6A-9DF0-F50D08BE6C8B}" type="pres">
      <dgm:prSet presAssocID="{562077C4-821D-4B86-B372-5C6F4CEC5F13}" presName="iconBgRect" presStyleLbl="bgShp" presStyleIdx="1" presStyleCnt="4"/>
      <dgm:spPr/>
    </dgm:pt>
    <dgm:pt modelId="{2903365D-0048-4707-804C-35E6E006AF0E}" type="pres">
      <dgm:prSet presAssocID="{562077C4-821D-4B86-B372-5C6F4CEC5F1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glasses Face Outline"/>
        </a:ext>
      </dgm:extLst>
    </dgm:pt>
    <dgm:pt modelId="{5D504DF3-CD25-4EB6-B0F4-B546DE67703F}" type="pres">
      <dgm:prSet presAssocID="{562077C4-821D-4B86-B372-5C6F4CEC5F13}" presName="spaceRect" presStyleCnt="0"/>
      <dgm:spPr/>
    </dgm:pt>
    <dgm:pt modelId="{7845EAC5-ECA9-45CD-B3D1-4CAE112A5C53}" type="pres">
      <dgm:prSet presAssocID="{562077C4-821D-4B86-B372-5C6F4CEC5F13}" presName="textRect" presStyleLbl="revTx" presStyleIdx="1" presStyleCnt="4">
        <dgm:presLayoutVars>
          <dgm:chMax val="1"/>
          <dgm:chPref val="1"/>
        </dgm:presLayoutVars>
      </dgm:prSet>
      <dgm:spPr/>
    </dgm:pt>
    <dgm:pt modelId="{6EB1C668-0934-40C1-8128-BF5620278E1B}" type="pres">
      <dgm:prSet presAssocID="{B9AC1EAC-FEAC-4457-99F0-D3AA7F6F6669}" presName="sibTrans" presStyleLbl="sibTrans2D1" presStyleIdx="0" presStyleCnt="0"/>
      <dgm:spPr/>
    </dgm:pt>
    <dgm:pt modelId="{59530484-7158-48CC-AC49-7E1BDDEEEF30}" type="pres">
      <dgm:prSet presAssocID="{E207221C-6AAC-4DF1-8BDA-21A2087F90A3}" presName="compNode" presStyleCnt="0"/>
      <dgm:spPr/>
    </dgm:pt>
    <dgm:pt modelId="{F2FB9F9D-518C-4CBA-8EC7-BEFCA9CF2F18}" type="pres">
      <dgm:prSet presAssocID="{E207221C-6AAC-4DF1-8BDA-21A2087F90A3}" presName="iconBgRect" presStyleLbl="bgShp" presStyleIdx="2" presStyleCnt="4"/>
      <dgm:spPr/>
    </dgm:pt>
    <dgm:pt modelId="{093D58D3-1302-4EF6-BD47-F3006808212B}" type="pres">
      <dgm:prSet presAssocID="{E207221C-6AAC-4DF1-8BDA-21A2087F90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4B620A4-3F15-4CCD-8F6F-4362C3E51857}" type="pres">
      <dgm:prSet presAssocID="{E207221C-6AAC-4DF1-8BDA-21A2087F90A3}" presName="spaceRect" presStyleCnt="0"/>
      <dgm:spPr/>
    </dgm:pt>
    <dgm:pt modelId="{E9EDE8A7-7DCB-4C91-B5AE-652D22D86681}" type="pres">
      <dgm:prSet presAssocID="{E207221C-6AAC-4DF1-8BDA-21A2087F90A3}" presName="textRect" presStyleLbl="revTx" presStyleIdx="2" presStyleCnt="4">
        <dgm:presLayoutVars>
          <dgm:chMax val="1"/>
          <dgm:chPref val="1"/>
        </dgm:presLayoutVars>
      </dgm:prSet>
      <dgm:spPr/>
    </dgm:pt>
    <dgm:pt modelId="{01E1389B-FB0F-4EF2-9057-C4CA9685017E}" type="pres">
      <dgm:prSet presAssocID="{BFAEEA47-3BAF-4CA7-9EF1-70986A4A7CDE}" presName="sibTrans" presStyleLbl="sibTrans2D1" presStyleIdx="0" presStyleCnt="0"/>
      <dgm:spPr/>
    </dgm:pt>
    <dgm:pt modelId="{B811D7CF-A6D7-4C16-B1EC-2BCAE475C05B}" type="pres">
      <dgm:prSet presAssocID="{B10D72E7-1BD9-4ABB-82D5-8ECCAC5AD3BC}" presName="compNode" presStyleCnt="0"/>
      <dgm:spPr/>
    </dgm:pt>
    <dgm:pt modelId="{239D067D-F308-409F-9D73-6D5581AC3C37}" type="pres">
      <dgm:prSet presAssocID="{B10D72E7-1BD9-4ABB-82D5-8ECCAC5AD3BC}" presName="iconBgRect" presStyleLbl="bgShp" presStyleIdx="3" presStyleCnt="4"/>
      <dgm:spPr/>
    </dgm:pt>
    <dgm:pt modelId="{2F8B1C27-70FF-45D0-9074-1AEB1F85482C}" type="pres">
      <dgm:prSet presAssocID="{B10D72E7-1BD9-4ABB-82D5-8ECCAC5AD3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D32B784E-62BB-49E3-BA3E-C65B002EA382}" type="pres">
      <dgm:prSet presAssocID="{B10D72E7-1BD9-4ABB-82D5-8ECCAC5AD3BC}" presName="spaceRect" presStyleCnt="0"/>
      <dgm:spPr/>
    </dgm:pt>
    <dgm:pt modelId="{654A0099-763E-4E53-929A-6FBB4EE7FBDE}" type="pres">
      <dgm:prSet presAssocID="{B10D72E7-1BD9-4ABB-82D5-8ECCAC5AD3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57EA71D-997A-4801-A0D0-6BC5E4AB5DEA}" type="presOf" srcId="{B10D72E7-1BD9-4ABB-82D5-8ECCAC5AD3BC}" destId="{654A0099-763E-4E53-929A-6FBB4EE7FBDE}" srcOrd="0" destOrd="0" presId="urn:microsoft.com/office/officeart/2018/2/layout/IconCircleList"/>
    <dgm:cxn modelId="{AA3D3C33-3C91-4DD2-A5AC-6DC8C7B9D0A4}" type="presOf" srcId="{BFAEEA47-3BAF-4CA7-9EF1-70986A4A7CDE}" destId="{01E1389B-FB0F-4EF2-9057-C4CA9685017E}" srcOrd="0" destOrd="0" presId="urn:microsoft.com/office/officeart/2018/2/layout/IconCircleList"/>
    <dgm:cxn modelId="{14F9A952-3617-43F3-ABBB-522F322FE3B4}" type="presOf" srcId="{562077C4-821D-4B86-B372-5C6F4CEC5F13}" destId="{7845EAC5-ECA9-45CD-B3D1-4CAE112A5C53}" srcOrd="0" destOrd="0" presId="urn:microsoft.com/office/officeart/2018/2/layout/IconCircleList"/>
    <dgm:cxn modelId="{01AE7954-428B-4B85-830F-3E528244D2B9}" type="presOf" srcId="{B9AC1EAC-FEAC-4457-99F0-D3AA7F6F6669}" destId="{6EB1C668-0934-40C1-8128-BF5620278E1B}" srcOrd="0" destOrd="0" presId="urn:microsoft.com/office/officeart/2018/2/layout/IconCircleList"/>
    <dgm:cxn modelId="{7112A282-588D-458E-8E76-0CE76C1A56AC}" srcId="{C85A3A09-FBF5-4A8C-8C3C-62852B326663}" destId="{9D32C81D-025A-42B1-A5E1-992D4D9DE78D}" srcOrd="0" destOrd="0" parTransId="{D3656A95-81CA-47BF-A3F4-D30644E6FAAC}" sibTransId="{1F607600-8DF5-4C45-9527-4ECC3BE4F4C7}"/>
    <dgm:cxn modelId="{5566128E-B41A-4AE5-BB1A-2AC9BD620FAF}" srcId="{C85A3A09-FBF5-4A8C-8C3C-62852B326663}" destId="{562077C4-821D-4B86-B372-5C6F4CEC5F13}" srcOrd="1" destOrd="0" parTransId="{6A370D01-03A0-4D66-B4AD-832AF3047AFC}" sibTransId="{B9AC1EAC-FEAC-4457-99F0-D3AA7F6F6669}"/>
    <dgm:cxn modelId="{2B86AAAA-1781-48F4-B678-F7C75260DA38}" type="presOf" srcId="{9D32C81D-025A-42B1-A5E1-992D4D9DE78D}" destId="{BEB7A3CE-EF5C-41D0-BDCF-B91992F83EF0}" srcOrd="0" destOrd="0" presId="urn:microsoft.com/office/officeart/2018/2/layout/IconCircleList"/>
    <dgm:cxn modelId="{8F3042D2-2F5D-4E18-97B2-2AFE5FE63DA2}" type="presOf" srcId="{1F607600-8DF5-4C45-9527-4ECC3BE4F4C7}" destId="{C26F0B1B-39EB-4F51-99D7-A1AE6D95DC54}" srcOrd="0" destOrd="0" presId="urn:microsoft.com/office/officeart/2018/2/layout/IconCircleList"/>
    <dgm:cxn modelId="{22EA73D8-7BAB-486A-9084-297BD91EE31E}" type="presOf" srcId="{C85A3A09-FBF5-4A8C-8C3C-62852B326663}" destId="{BCFCE8FA-1D61-4111-99FF-BFE8DC7024D6}" srcOrd="0" destOrd="0" presId="urn:microsoft.com/office/officeart/2018/2/layout/IconCircleList"/>
    <dgm:cxn modelId="{445D05E5-6E77-41AA-A410-003A805A09AE}" type="presOf" srcId="{E207221C-6AAC-4DF1-8BDA-21A2087F90A3}" destId="{E9EDE8A7-7DCB-4C91-B5AE-652D22D86681}" srcOrd="0" destOrd="0" presId="urn:microsoft.com/office/officeart/2018/2/layout/IconCircleList"/>
    <dgm:cxn modelId="{E295F2E7-4AE1-4062-BD22-DB8AB3DA3EDC}" srcId="{C85A3A09-FBF5-4A8C-8C3C-62852B326663}" destId="{B10D72E7-1BD9-4ABB-82D5-8ECCAC5AD3BC}" srcOrd="3" destOrd="0" parTransId="{08F24066-C8DC-401B-A7CD-4868D1FA2CC9}" sibTransId="{CC281DA6-13F5-4EFF-9492-5BB285D9A41A}"/>
    <dgm:cxn modelId="{BF95FFEA-476F-465A-B86B-31B9B7ED38D4}" srcId="{C85A3A09-FBF5-4A8C-8C3C-62852B326663}" destId="{E207221C-6AAC-4DF1-8BDA-21A2087F90A3}" srcOrd="2" destOrd="0" parTransId="{B9DA88B0-DC99-4BAE-9FA8-A7FA00FC2D31}" sibTransId="{BFAEEA47-3BAF-4CA7-9EF1-70986A4A7CDE}"/>
    <dgm:cxn modelId="{68FD1310-E16C-4624-978F-1B2C96153FBC}" type="presParOf" srcId="{BCFCE8FA-1D61-4111-99FF-BFE8DC7024D6}" destId="{653F216A-D2F2-40EA-9621-A0436046CDA3}" srcOrd="0" destOrd="0" presId="urn:microsoft.com/office/officeart/2018/2/layout/IconCircleList"/>
    <dgm:cxn modelId="{9946FAC3-2AF2-4070-809F-267607B67ADE}" type="presParOf" srcId="{653F216A-D2F2-40EA-9621-A0436046CDA3}" destId="{756C55A5-5D51-4D74-A58E-3750263769F4}" srcOrd="0" destOrd="0" presId="urn:microsoft.com/office/officeart/2018/2/layout/IconCircleList"/>
    <dgm:cxn modelId="{D9EF518F-09CC-43BD-AC6B-3B578F41AEEC}" type="presParOf" srcId="{756C55A5-5D51-4D74-A58E-3750263769F4}" destId="{88E9649A-A62F-4D34-A9E0-A8B19F1520E2}" srcOrd="0" destOrd="0" presId="urn:microsoft.com/office/officeart/2018/2/layout/IconCircleList"/>
    <dgm:cxn modelId="{FCF84E39-2B41-4874-AD1D-FB5103DE3CFC}" type="presParOf" srcId="{756C55A5-5D51-4D74-A58E-3750263769F4}" destId="{3FC3625D-E7C0-4030-AC41-66EC4E6A1251}" srcOrd="1" destOrd="0" presId="urn:microsoft.com/office/officeart/2018/2/layout/IconCircleList"/>
    <dgm:cxn modelId="{7B8A9985-D587-4285-A44D-9CCE8333E9CF}" type="presParOf" srcId="{756C55A5-5D51-4D74-A58E-3750263769F4}" destId="{E8A1353A-1B19-4AB6-9C10-47A05BC1EA3F}" srcOrd="2" destOrd="0" presId="urn:microsoft.com/office/officeart/2018/2/layout/IconCircleList"/>
    <dgm:cxn modelId="{273569E9-0229-44B0-AD25-E05E1423E748}" type="presParOf" srcId="{756C55A5-5D51-4D74-A58E-3750263769F4}" destId="{BEB7A3CE-EF5C-41D0-BDCF-B91992F83EF0}" srcOrd="3" destOrd="0" presId="urn:microsoft.com/office/officeart/2018/2/layout/IconCircleList"/>
    <dgm:cxn modelId="{60E8CF80-8130-4420-AAE9-F304920505C0}" type="presParOf" srcId="{653F216A-D2F2-40EA-9621-A0436046CDA3}" destId="{C26F0B1B-39EB-4F51-99D7-A1AE6D95DC54}" srcOrd="1" destOrd="0" presId="urn:microsoft.com/office/officeart/2018/2/layout/IconCircleList"/>
    <dgm:cxn modelId="{8AAED906-567C-49B2-AFB5-774E6AAB084D}" type="presParOf" srcId="{653F216A-D2F2-40EA-9621-A0436046CDA3}" destId="{34EA86D0-5D3E-4820-BD70-1B26FE3F6C66}" srcOrd="2" destOrd="0" presId="urn:microsoft.com/office/officeart/2018/2/layout/IconCircleList"/>
    <dgm:cxn modelId="{B73D7D23-96AC-4BD4-B402-98A907FE943B}" type="presParOf" srcId="{34EA86D0-5D3E-4820-BD70-1B26FE3F6C66}" destId="{7DB7A26B-58E8-4F6A-9DF0-F50D08BE6C8B}" srcOrd="0" destOrd="0" presId="urn:microsoft.com/office/officeart/2018/2/layout/IconCircleList"/>
    <dgm:cxn modelId="{4265422D-7CBB-46A6-A91E-30F316ADE1E7}" type="presParOf" srcId="{34EA86D0-5D3E-4820-BD70-1B26FE3F6C66}" destId="{2903365D-0048-4707-804C-35E6E006AF0E}" srcOrd="1" destOrd="0" presId="urn:microsoft.com/office/officeart/2018/2/layout/IconCircleList"/>
    <dgm:cxn modelId="{6A331933-682B-4007-B172-D736EEFAD96A}" type="presParOf" srcId="{34EA86D0-5D3E-4820-BD70-1B26FE3F6C66}" destId="{5D504DF3-CD25-4EB6-B0F4-B546DE67703F}" srcOrd="2" destOrd="0" presId="urn:microsoft.com/office/officeart/2018/2/layout/IconCircleList"/>
    <dgm:cxn modelId="{B66F4967-2FCF-420E-A185-05B0479C4FB5}" type="presParOf" srcId="{34EA86D0-5D3E-4820-BD70-1B26FE3F6C66}" destId="{7845EAC5-ECA9-45CD-B3D1-4CAE112A5C53}" srcOrd="3" destOrd="0" presId="urn:microsoft.com/office/officeart/2018/2/layout/IconCircleList"/>
    <dgm:cxn modelId="{A3DD9B30-1813-4097-AFCC-C1B4284D886C}" type="presParOf" srcId="{653F216A-D2F2-40EA-9621-A0436046CDA3}" destId="{6EB1C668-0934-40C1-8128-BF5620278E1B}" srcOrd="3" destOrd="0" presId="urn:microsoft.com/office/officeart/2018/2/layout/IconCircleList"/>
    <dgm:cxn modelId="{0B8A484C-E385-48DC-A7D4-E1C8741FF884}" type="presParOf" srcId="{653F216A-D2F2-40EA-9621-A0436046CDA3}" destId="{59530484-7158-48CC-AC49-7E1BDDEEEF30}" srcOrd="4" destOrd="0" presId="urn:microsoft.com/office/officeart/2018/2/layout/IconCircleList"/>
    <dgm:cxn modelId="{3714038D-5975-419C-BF07-97ECE85AE8E4}" type="presParOf" srcId="{59530484-7158-48CC-AC49-7E1BDDEEEF30}" destId="{F2FB9F9D-518C-4CBA-8EC7-BEFCA9CF2F18}" srcOrd="0" destOrd="0" presId="urn:microsoft.com/office/officeart/2018/2/layout/IconCircleList"/>
    <dgm:cxn modelId="{91293875-B0E8-4C99-B3BB-53E2F7F2B9EE}" type="presParOf" srcId="{59530484-7158-48CC-AC49-7E1BDDEEEF30}" destId="{093D58D3-1302-4EF6-BD47-F3006808212B}" srcOrd="1" destOrd="0" presId="urn:microsoft.com/office/officeart/2018/2/layout/IconCircleList"/>
    <dgm:cxn modelId="{EB601714-6897-4044-968F-2756236999EF}" type="presParOf" srcId="{59530484-7158-48CC-AC49-7E1BDDEEEF30}" destId="{D4B620A4-3F15-4CCD-8F6F-4362C3E51857}" srcOrd="2" destOrd="0" presId="urn:microsoft.com/office/officeart/2018/2/layout/IconCircleList"/>
    <dgm:cxn modelId="{FECC0E03-FC26-486C-88D9-403FEF0F1064}" type="presParOf" srcId="{59530484-7158-48CC-AC49-7E1BDDEEEF30}" destId="{E9EDE8A7-7DCB-4C91-B5AE-652D22D86681}" srcOrd="3" destOrd="0" presId="urn:microsoft.com/office/officeart/2018/2/layout/IconCircleList"/>
    <dgm:cxn modelId="{D4FFB00D-19D1-4816-BD58-76B50CEFB8D3}" type="presParOf" srcId="{653F216A-D2F2-40EA-9621-A0436046CDA3}" destId="{01E1389B-FB0F-4EF2-9057-C4CA9685017E}" srcOrd="5" destOrd="0" presId="urn:microsoft.com/office/officeart/2018/2/layout/IconCircleList"/>
    <dgm:cxn modelId="{599805AC-7A2A-48C1-8530-6D360C324040}" type="presParOf" srcId="{653F216A-D2F2-40EA-9621-A0436046CDA3}" destId="{B811D7CF-A6D7-4C16-B1EC-2BCAE475C05B}" srcOrd="6" destOrd="0" presId="urn:microsoft.com/office/officeart/2018/2/layout/IconCircleList"/>
    <dgm:cxn modelId="{40C6A7CB-50BF-4527-AC1B-4E8B1D0A774C}" type="presParOf" srcId="{B811D7CF-A6D7-4C16-B1EC-2BCAE475C05B}" destId="{239D067D-F308-409F-9D73-6D5581AC3C37}" srcOrd="0" destOrd="0" presId="urn:microsoft.com/office/officeart/2018/2/layout/IconCircleList"/>
    <dgm:cxn modelId="{691624C2-043C-4233-AEDD-5BADF7C18E48}" type="presParOf" srcId="{B811D7CF-A6D7-4C16-B1EC-2BCAE475C05B}" destId="{2F8B1C27-70FF-45D0-9074-1AEB1F85482C}" srcOrd="1" destOrd="0" presId="urn:microsoft.com/office/officeart/2018/2/layout/IconCircleList"/>
    <dgm:cxn modelId="{A9E6BFB0-9D6B-431A-B8F3-FE085F41A7F2}" type="presParOf" srcId="{B811D7CF-A6D7-4C16-B1EC-2BCAE475C05B}" destId="{D32B784E-62BB-49E3-BA3E-C65B002EA382}" srcOrd="2" destOrd="0" presId="urn:microsoft.com/office/officeart/2018/2/layout/IconCircleList"/>
    <dgm:cxn modelId="{F071724B-8B1C-46AA-AD95-A26FDED67E5C}" type="presParOf" srcId="{B811D7CF-A6D7-4C16-B1EC-2BCAE475C05B}" destId="{654A0099-763E-4E53-929A-6FBB4EE7FBD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A2EB27-D4F4-45CA-987B-A132F8495DB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8713B84-86A4-4A6F-9C09-FD7507F80811}">
      <dgm:prSet/>
      <dgm:spPr/>
      <dgm:t>
        <a:bodyPr/>
        <a:lstStyle/>
        <a:p>
          <a:r>
            <a:rPr lang="en-US" dirty="0"/>
            <a:t>SQL database with structured schema per department.</a:t>
          </a:r>
        </a:p>
      </dgm:t>
    </dgm:pt>
    <dgm:pt modelId="{66507ED9-4BDB-4B2A-B164-F694A1AC56B7}" type="parTrans" cxnId="{6C2D2A29-5E3D-4426-B7D5-C86D1F77FADC}">
      <dgm:prSet/>
      <dgm:spPr/>
      <dgm:t>
        <a:bodyPr/>
        <a:lstStyle/>
        <a:p>
          <a:endParaRPr lang="en-US"/>
        </a:p>
      </dgm:t>
    </dgm:pt>
    <dgm:pt modelId="{FFE9F769-409A-4447-AD79-F30273BE3186}" type="sibTrans" cxnId="{6C2D2A29-5E3D-4426-B7D5-C86D1F77FADC}">
      <dgm:prSet/>
      <dgm:spPr/>
      <dgm:t>
        <a:bodyPr/>
        <a:lstStyle/>
        <a:p>
          <a:endParaRPr lang="en-US"/>
        </a:p>
      </dgm:t>
    </dgm:pt>
    <dgm:pt modelId="{27906BC4-B502-449E-8901-BBCE1FDE856D}">
      <dgm:prSet/>
      <dgm:spPr/>
      <dgm:t>
        <a:bodyPr/>
        <a:lstStyle/>
        <a:p>
          <a:r>
            <a:rPr lang="en-US" dirty="0"/>
            <a:t>Tables: Orders, Campaigns, Leads, Inventory, Complaints, NPS.</a:t>
          </a:r>
        </a:p>
      </dgm:t>
    </dgm:pt>
    <dgm:pt modelId="{3A42B27D-3C1D-4B83-9543-BB94B2D32C35}" type="parTrans" cxnId="{7D1FBE2D-B614-45DB-8578-8B6577B4E93A}">
      <dgm:prSet/>
      <dgm:spPr/>
      <dgm:t>
        <a:bodyPr/>
        <a:lstStyle/>
        <a:p>
          <a:endParaRPr lang="en-US"/>
        </a:p>
      </dgm:t>
    </dgm:pt>
    <dgm:pt modelId="{478940D8-A899-4857-A368-9D9975164B58}" type="sibTrans" cxnId="{7D1FBE2D-B614-45DB-8578-8B6577B4E93A}">
      <dgm:prSet/>
      <dgm:spPr/>
      <dgm:t>
        <a:bodyPr/>
        <a:lstStyle/>
        <a:p>
          <a:endParaRPr lang="en-US"/>
        </a:p>
      </dgm:t>
    </dgm:pt>
    <dgm:pt modelId="{E2510951-0CEB-4B49-9B39-8648E17319DB}">
      <dgm:prSet/>
      <dgm:spPr/>
      <dgm:t>
        <a:bodyPr/>
        <a:lstStyle/>
        <a:p>
          <a:r>
            <a:rPr lang="en-US" dirty="0"/>
            <a:t>Data cleaned and validated before Power BI import.</a:t>
          </a:r>
        </a:p>
      </dgm:t>
    </dgm:pt>
    <dgm:pt modelId="{5659EC62-BFCE-44AD-81EE-BEC9A2A4C27D}" type="parTrans" cxnId="{CCBC60A4-6A36-4EA5-A1FE-23EB0F14A676}">
      <dgm:prSet/>
      <dgm:spPr/>
      <dgm:t>
        <a:bodyPr/>
        <a:lstStyle/>
        <a:p>
          <a:endParaRPr lang="en-US"/>
        </a:p>
      </dgm:t>
    </dgm:pt>
    <dgm:pt modelId="{4A3CBCA5-490A-47E0-AFB0-203635A6B231}" type="sibTrans" cxnId="{CCBC60A4-6A36-4EA5-A1FE-23EB0F14A676}">
      <dgm:prSet/>
      <dgm:spPr/>
      <dgm:t>
        <a:bodyPr/>
        <a:lstStyle/>
        <a:p>
          <a:endParaRPr lang="en-US"/>
        </a:p>
      </dgm:t>
    </dgm:pt>
    <dgm:pt modelId="{B24D1E07-4FE4-4706-BC0F-702F347BACCF}">
      <dgm:prSet/>
      <dgm:spPr/>
      <dgm:t>
        <a:bodyPr/>
        <a:lstStyle/>
        <a:p>
          <a:r>
            <a:rPr lang="en-US" dirty="0"/>
            <a:t>Entity Relationship Diagrams (ERDs) used to model relationships.</a:t>
          </a:r>
        </a:p>
      </dgm:t>
    </dgm:pt>
    <dgm:pt modelId="{53C2933B-C3E0-4F60-A09A-0C01E6908250}" type="parTrans" cxnId="{89E53869-0873-41F3-A11E-930ADE21161A}">
      <dgm:prSet/>
      <dgm:spPr/>
      <dgm:t>
        <a:bodyPr/>
        <a:lstStyle/>
        <a:p>
          <a:endParaRPr lang="en-US"/>
        </a:p>
      </dgm:t>
    </dgm:pt>
    <dgm:pt modelId="{98A10A47-A68F-428E-B584-D1BE4322B49A}" type="sibTrans" cxnId="{89E53869-0873-41F3-A11E-930ADE21161A}">
      <dgm:prSet/>
      <dgm:spPr/>
      <dgm:t>
        <a:bodyPr/>
        <a:lstStyle/>
        <a:p>
          <a:endParaRPr lang="en-US"/>
        </a:p>
      </dgm:t>
    </dgm:pt>
    <dgm:pt modelId="{D960A1E7-6557-44B8-BC69-F1AAA4F0A0B1}" type="pres">
      <dgm:prSet presAssocID="{2EA2EB27-D4F4-45CA-987B-A132F8495DB0}" presName="root" presStyleCnt="0">
        <dgm:presLayoutVars>
          <dgm:dir/>
          <dgm:resizeHandles val="exact"/>
        </dgm:presLayoutVars>
      </dgm:prSet>
      <dgm:spPr/>
    </dgm:pt>
    <dgm:pt modelId="{E48A0047-D7C6-434B-BAA7-074CE9AB6119}" type="pres">
      <dgm:prSet presAssocID="{08713B84-86A4-4A6F-9C09-FD7507F80811}" presName="compNode" presStyleCnt="0"/>
      <dgm:spPr/>
    </dgm:pt>
    <dgm:pt modelId="{AD7E2AF9-8077-4D4F-B25E-2886E8001F29}" type="pres">
      <dgm:prSet presAssocID="{08713B84-86A4-4A6F-9C09-FD7507F80811}" presName="bgRect" presStyleLbl="bgShp" presStyleIdx="0" presStyleCnt="4"/>
      <dgm:spPr/>
    </dgm:pt>
    <dgm:pt modelId="{FE6D2A2A-1B32-4186-A6B1-0D2070E94CDA}" type="pres">
      <dgm:prSet presAssocID="{08713B84-86A4-4A6F-9C09-FD7507F808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088D1A-4432-4744-80AE-1ACDFE556ACB}" type="pres">
      <dgm:prSet presAssocID="{08713B84-86A4-4A6F-9C09-FD7507F80811}" presName="spaceRect" presStyleCnt="0"/>
      <dgm:spPr/>
    </dgm:pt>
    <dgm:pt modelId="{CD4C7101-E2F5-4784-8796-3E72F40836D2}" type="pres">
      <dgm:prSet presAssocID="{08713B84-86A4-4A6F-9C09-FD7507F80811}" presName="parTx" presStyleLbl="revTx" presStyleIdx="0" presStyleCnt="4">
        <dgm:presLayoutVars>
          <dgm:chMax val="0"/>
          <dgm:chPref val="0"/>
        </dgm:presLayoutVars>
      </dgm:prSet>
      <dgm:spPr/>
    </dgm:pt>
    <dgm:pt modelId="{5D2EBD9F-A210-488D-8CAD-4FFFBBC69728}" type="pres">
      <dgm:prSet presAssocID="{FFE9F769-409A-4447-AD79-F30273BE3186}" presName="sibTrans" presStyleCnt="0"/>
      <dgm:spPr/>
    </dgm:pt>
    <dgm:pt modelId="{C8CDD67D-2A2D-4914-826E-BF961DF5D660}" type="pres">
      <dgm:prSet presAssocID="{27906BC4-B502-449E-8901-BBCE1FDE856D}" presName="compNode" presStyleCnt="0"/>
      <dgm:spPr/>
    </dgm:pt>
    <dgm:pt modelId="{E79B2A7C-45EE-4F55-AD5F-397A3DA52280}" type="pres">
      <dgm:prSet presAssocID="{27906BC4-B502-449E-8901-BBCE1FDE856D}" presName="bgRect" presStyleLbl="bgShp" presStyleIdx="1" presStyleCnt="4"/>
      <dgm:spPr/>
    </dgm:pt>
    <dgm:pt modelId="{0E87C9FD-81F9-4388-BC2C-013D6415AC09}" type="pres">
      <dgm:prSet presAssocID="{27906BC4-B502-449E-8901-BBCE1FDE856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21631840-D7A4-4555-A09E-D9DF20263656}" type="pres">
      <dgm:prSet presAssocID="{27906BC4-B502-449E-8901-BBCE1FDE856D}" presName="spaceRect" presStyleCnt="0"/>
      <dgm:spPr/>
    </dgm:pt>
    <dgm:pt modelId="{B6839956-717D-492A-93A4-23C33CFB2D2E}" type="pres">
      <dgm:prSet presAssocID="{27906BC4-B502-449E-8901-BBCE1FDE856D}" presName="parTx" presStyleLbl="revTx" presStyleIdx="1" presStyleCnt="4">
        <dgm:presLayoutVars>
          <dgm:chMax val="0"/>
          <dgm:chPref val="0"/>
        </dgm:presLayoutVars>
      </dgm:prSet>
      <dgm:spPr/>
    </dgm:pt>
    <dgm:pt modelId="{2EDEAC3C-DACF-4E4D-93D4-CF15A76140D2}" type="pres">
      <dgm:prSet presAssocID="{478940D8-A899-4857-A368-9D9975164B58}" presName="sibTrans" presStyleCnt="0"/>
      <dgm:spPr/>
    </dgm:pt>
    <dgm:pt modelId="{D6F65820-F7A9-43D9-B6ED-8DF6870695F1}" type="pres">
      <dgm:prSet presAssocID="{E2510951-0CEB-4B49-9B39-8648E17319DB}" presName="compNode" presStyleCnt="0"/>
      <dgm:spPr/>
    </dgm:pt>
    <dgm:pt modelId="{B7CFCA39-862D-43C8-9480-7463089172C8}" type="pres">
      <dgm:prSet presAssocID="{E2510951-0CEB-4B49-9B39-8648E17319DB}" presName="bgRect" presStyleLbl="bgShp" presStyleIdx="2" presStyleCnt="4"/>
      <dgm:spPr/>
    </dgm:pt>
    <dgm:pt modelId="{8ED3912C-D924-469B-832A-881CF2EDA99D}" type="pres">
      <dgm:prSet presAssocID="{E2510951-0CEB-4B49-9B39-8648E17319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64D0FB36-E207-4B38-8F07-1D63A44933CB}" type="pres">
      <dgm:prSet presAssocID="{E2510951-0CEB-4B49-9B39-8648E17319DB}" presName="spaceRect" presStyleCnt="0"/>
      <dgm:spPr/>
    </dgm:pt>
    <dgm:pt modelId="{84846C21-CE34-43F4-925B-D05F7BAD7841}" type="pres">
      <dgm:prSet presAssocID="{E2510951-0CEB-4B49-9B39-8648E17319DB}" presName="parTx" presStyleLbl="revTx" presStyleIdx="2" presStyleCnt="4">
        <dgm:presLayoutVars>
          <dgm:chMax val="0"/>
          <dgm:chPref val="0"/>
        </dgm:presLayoutVars>
      </dgm:prSet>
      <dgm:spPr/>
    </dgm:pt>
    <dgm:pt modelId="{A6427AB1-0BC7-43E5-9F2F-F56B499581F2}" type="pres">
      <dgm:prSet presAssocID="{4A3CBCA5-490A-47E0-AFB0-203635A6B231}" presName="sibTrans" presStyleCnt="0"/>
      <dgm:spPr/>
    </dgm:pt>
    <dgm:pt modelId="{C608B234-6E20-4724-8D5F-6A205663F62D}" type="pres">
      <dgm:prSet presAssocID="{B24D1E07-4FE4-4706-BC0F-702F347BACCF}" presName="compNode" presStyleCnt="0"/>
      <dgm:spPr/>
    </dgm:pt>
    <dgm:pt modelId="{4F1D16EC-1213-4D7F-8188-181CA1FD36D1}" type="pres">
      <dgm:prSet presAssocID="{B24D1E07-4FE4-4706-BC0F-702F347BACCF}" presName="bgRect" presStyleLbl="bgShp" presStyleIdx="3" presStyleCnt="4"/>
      <dgm:spPr/>
    </dgm:pt>
    <dgm:pt modelId="{2B55255A-AF5B-484C-A371-2BAB03FC79FA}" type="pres">
      <dgm:prSet presAssocID="{B24D1E07-4FE4-4706-BC0F-702F347BACC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40B81E6F-11A7-48B6-A84C-83DB8A987E9A}" type="pres">
      <dgm:prSet presAssocID="{B24D1E07-4FE4-4706-BC0F-702F347BACCF}" presName="spaceRect" presStyleCnt="0"/>
      <dgm:spPr/>
    </dgm:pt>
    <dgm:pt modelId="{A45ACE01-387B-42B4-B624-AD9AA4AA704C}" type="pres">
      <dgm:prSet presAssocID="{B24D1E07-4FE4-4706-BC0F-702F347BACC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8EBDB0B-D92A-4BEE-80AD-F5F4446B86E8}" type="presOf" srcId="{08713B84-86A4-4A6F-9C09-FD7507F80811}" destId="{CD4C7101-E2F5-4784-8796-3E72F40836D2}" srcOrd="0" destOrd="0" presId="urn:microsoft.com/office/officeart/2018/2/layout/IconVerticalSolidList"/>
    <dgm:cxn modelId="{6C2D2A29-5E3D-4426-B7D5-C86D1F77FADC}" srcId="{2EA2EB27-D4F4-45CA-987B-A132F8495DB0}" destId="{08713B84-86A4-4A6F-9C09-FD7507F80811}" srcOrd="0" destOrd="0" parTransId="{66507ED9-4BDB-4B2A-B164-F694A1AC56B7}" sibTransId="{FFE9F769-409A-4447-AD79-F30273BE3186}"/>
    <dgm:cxn modelId="{7D1FBE2D-B614-45DB-8578-8B6577B4E93A}" srcId="{2EA2EB27-D4F4-45CA-987B-A132F8495DB0}" destId="{27906BC4-B502-449E-8901-BBCE1FDE856D}" srcOrd="1" destOrd="0" parTransId="{3A42B27D-3C1D-4B83-9543-BB94B2D32C35}" sibTransId="{478940D8-A899-4857-A368-9D9975164B58}"/>
    <dgm:cxn modelId="{C8B41B5C-BB78-435B-96FC-61DDA4494BA0}" type="presOf" srcId="{E2510951-0CEB-4B49-9B39-8648E17319DB}" destId="{84846C21-CE34-43F4-925B-D05F7BAD7841}" srcOrd="0" destOrd="0" presId="urn:microsoft.com/office/officeart/2018/2/layout/IconVerticalSolidList"/>
    <dgm:cxn modelId="{889E8C45-2F70-4A45-8934-5369BB18B0AE}" type="presOf" srcId="{27906BC4-B502-449E-8901-BBCE1FDE856D}" destId="{B6839956-717D-492A-93A4-23C33CFB2D2E}" srcOrd="0" destOrd="0" presId="urn:microsoft.com/office/officeart/2018/2/layout/IconVerticalSolidList"/>
    <dgm:cxn modelId="{89E53869-0873-41F3-A11E-930ADE21161A}" srcId="{2EA2EB27-D4F4-45CA-987B-A132F8495DB0}" destId="{B24D1E07-4FE4-4706-BC0F-702F347BACCF}" srcOrd="3" destOrd="0" parTransId="{53C2933B-C3E0-4F60-A09A-0C01E6908250}" sibTransId="{98A10A47-A68F-428E-B584-D1BE4322B49A}"/>
    <dgm:cxn modelId="{CCBC60A4-6A36-4EA5-A1FE-23EB0F14A676}" srcId="{2EA2EB27-D4F4-45CA-987B-A132F8495DB0}" destId="{E2510951-0CEB-4B49-9B39-8648E17319DB}" srcOrd="2" destOrd="0" parTransId="{5659EC62-BFCE-44AD-81EE-BEC9A2A4C27D}" sibTransId="{4A3CBCA5-490A-47E0-AFB0-203635A6B231}"/>
    <dgm:cxn modelId="{48BC9DB2-CA3A-455F-BEBE-725AB6D775A2}" type="presOf" srcId="{B24D1E07-4FE4-4706-BC0F-702F347BACCF}" destId="{A45ACE01-387B-42B4-B624-AD9AA4AA704C}" srcOrd="0" destOrd="0" presId="urn:microsoft.com/office/officeart/2018/2/layout/IconVerticalSolidList"/>
    <dgm:cxn modelId="{295DFBC7-2454-4B8D-8E1B-24895C82A3BC}" type="presOf" srcId="{2EA2EB27-D4F4-45CA-987B-A132F8495DB0}" destId="{D960A1E7-6557-44B8-BC69-F1AAA4F0A0B1}" srcOrd="0" destOrd="0" presId="urn:microsoft.com/office/officeart/2018/2/layout/IconVerticalSolidList"/>
    <dgm:cxn modelId="{3CA3C47A-7CE5-42D1-9580-516E8CC9C23D}" type="presParOf" srcId="{D960A1E7-6557-44B8-BC69-F1AAA4F0A0B1}" destId="{E48A0047-D7C6-434B-BAA7-074CE9AB6119}" srcOrd="0" destOrd="0" presId="urn:microsoft.com/office/officeart/2018/2/layout/IconVerticalSolidList"/>
    <dgm:cxn modelId="{6DF56D9A-8974-49A4-829F-9AB3DEEE22D8}" type="presParOf" srcId="{E48A0047-D7C6-434B-BAA7-074CE9AB6119}" destId="{AD7E2AF9-8077-4D4F-B25E-2886E8001F29}" srcOrd="0" destOrd="0" presId="urn:microsoft.com/office/officeart/2018/2/layout/IconVerticalSolidList"/>
    <dgm:cxn modelId="{4ECE135E-E46B-44E8-9DF2-345447C3B5BE}" type="presParOf" srcId="{E48A0047-D7C6-434B-BAA7-074CE9AB6119}" destId="{FE6D2A2A-1B32-4186-A6B1-0D2070E94CDA}" srcOrd="1" destOrd="0" presId="urn:microsoft.com/office/officeart/2018/2/layout/IconVerticalSolidList"/>
    <dgm:cxn modelId="{3CAEFC15-C371-4E32-963F-505A77E9830A}" type="presParOf" srcId="{E48A0047-D7C6-434B-BAA7-074CE9AB6119}" destId="{28088D1A-4432-4744-80AE-1ACDFE556ACB}" srcOrd="2" destOrd="0" presId="urn:microsoft.com/office/officeart/2018/2/layout/IconVerticalSolidList"/>
    <dgm:cxn modelId="{0A47E2D1-FBF4-47FB-ABC6-E0316146F867}" type="presParOf" srcId="{E48A0047-D7C6-434B-BAA7-074CE9AB6119}" destId="{CD4C7101-E2F5-4784-8796-3E72F40836D2}" srcOrd="3" destOrd="0" presId="urn:microsoft.com/office/officeart/2018/2/layout/IconVerticalSolidList"/>
    <dgm:cxn modelId="{E62B8858-22CF-4CDB-877A-DBD01E5DCFAC}" type="presParOf" srcId="{D960A1E7-6557-44B8-BC69-F1AAA4F0A0B1}" destId="{5D2EBD9F-A210-488D-8CAD-4FFFBBC69728}" srcOrd="1" destOrd="0" presId="urn:microsoft.com/office/officeart/2018/2/layout/IconVerticalSolidList"/>
    <dgm:cxn modelId="{EF6D3C1A-3AEE-49EC-8B26-0C0B94E27ADE}" type="presParOf" srcId="{D960A1E7-6557-44B8-BC69-F1AAA4F0A0B1}" destId="{C8CDD67D-2A2D-4914-826E-BF961DF5D660}" srcOrd="2" destOrd="0" presId="urn:microsoft.com/office/officeart/2018/2/layout/IconVerticalSolidList"/>
    <dgm:cxn modelId="{8A2C5BB6-0A2E-4E76-99D6-B80ECA57E071}" type="presParOf" srcId="{C8CDD67D-2A2D-4914-826E-BF961DF5D660}" destId="{E79B2A7C-45EE-4F55-AD5F-397A3DA52280}" srcOrd="0" destOrd="0" presId="urn:microsoft.com/office/officeart/2018/2/layout/IconVerticalSolidList"/>
    <dgm:cxn modelId="{9AB49323-9962-4328-90E5-BB9F85DEE3CA}" type="presParOf" srcId="{C8CDD67D-2A2D-4914-826E-BF961DF5D660}" destId="{0E87C9FD-81F9-4388-BC2C-013D6415AC09}" srcOrd="1" destOrd="0" presId="urn:microsoft.com/office/officeart/2018/2/layout/IconVerticalSolidList"/>
    <dgm:cxn modelId="{62CB4FBB-27B4-4CFD-96F5-66381CE1699D}" type="presParOf" srcId="{C8CDD67D-2A2D-4914-826E-BF961DF5D660}" destId="{21631840-D7A4-4555-A09E-D9DF20263656}" srcOrd="2" destOrd="0" presId="urn:microsoft.com/office/officeart/2018/2/layout/IconVerticalSolidList"/>
    <dgm:cxn modelId="{2D07CDED-AB40-4276-B5CD-285909A0785D}" type="presParOf" srcId="{C8CDD67D-2A2D-4914-826E-BF961DF5D660}" destId="{B6839956-717D-492A-93A4-23C33CFB2D2E}" srcOrd="3" destOrd="0" presId="urn:microsoft.com/office/officeart/2018/2/layout/IconVerticalSolidList"/>
    <dgm:cxn modelId="{775C2540-5417-49F6-899C-18336759EE26}" type="presParOf" srcId="{D960A1E7-6557-44B8-BC69-F1AAA4F0A0B1}" destId="{2EDEAC3C-DACF-4E4D-93D4-CF15A76140D2}" srcOrd="3" destOrd="0" presId="urn:microsoft.com/office/officeart/2018/2/layout/IconVerticalSolidList"/>
    <dgm:cxn modelId="{0402CFAA-8500-4BDB-8571-BA31608F44D3}" type="presParOf" srcId="{D960A1E7-6557-44B8-BC69-F1AAA4F0A0B1}" destId="{D6F65820-F7A9-43D9-B6ED-8DF6870695F1}" srcOrd="4" destOrd="0" presId="urn:microsoft.com/office/officeart/2018/2/layout/IconVerticalSolidList"/>
    <dgm:cxn modelId="{E52A4845-7994-476B-AF71-C81F6259B02E}" type="presParOf" srcId="{D6F65820-F7A9-43D9-B6ED-8DF6870695F1}" destId="{B7CFCA39-862D-43C8-9480-7463089172C8}" srcOrd="0" destOrd="0" presId="urn:microsoft.com/office/officeart/2018/2/layout/IconVerticalSolidList"/>
    <dgm:cxn modelId="{BF2D462B-42C8-424E-BC7C-130FF367EC18}" type="presParOf" srcId="{D6F65820-F7A9-43D9-B6ED-8DF6870695F1}" destId="{8ED3912C-D924-469B-832A-881CF2EDA99D}" srcOrd="1" destOrd="0" presId="urn:microsoft.com/office/officeart/2018/2/layout/IconVerticalSolidList"/>
    <dgm:cxn modelId="{D44D8321-5352-49C8-954A-2C9455F25461}" type="presParOf" srcId="{D6F65820-F7A9-43D9-B6ED-8DF6870695F1}" destId="{64D0FB36-E207-4B38-8F07-1D63A44933CB}" srcOrd="2" destOrd="0" presId="urn:microsoft.com/office/officeart/2018/2/layout/IconVerticalSolidList"/>
    <dgm:cxn modelId="{B9E48A60-8D2A-45DD-A752-4DF4AFBCFEED}" type="presParOf" srcId="{D6F65820-F7A9-43D9-B6ED-8DF6870695F1}" destId="{84846C21-CE34-43F4-925B-D05F7BAD7841}" srcOrd="3" destOrd="0" presId="urn:microsoft.com/office/officeart/2018/2/layout/IconVerticalSolidList"/>
    <dgm:cxn modelId="{F91FF4E5-4A33-4D0A-A15F-A4681BFE0999}" type="presParOf" srcId="{D960A1E7-6557-44B8-BC69-F1AAA4F0A0B1}" destId="{A6427AB1-0BC7-43E5-9F2F-F56B499581F2}" srcOrd="5" destOrd="0" presId="urn:microsoft.com/office/officeart/2018/2/layout/IconVerticalSolidList"/>
    <dgm:cxn modelId="{4E2EFFA6-E138-4B0C-882A-BFD110056C13}" type="presParOf" srcId="{D960A1E7-6557-44B8-BC69-F1AAA4F0A0B1}" destId="{C608B234-6E20-4724-8D5F-6A205663F62D}" srcOrd="6" destOrd="0" presId="urn:microsoft.com/office/officeart/2018/2/layout/IconVerticalSolidList"/>
    <dgm:cxn modelId="{D49D00E5-C2F4-487E-95A1-0F2C4BC831F2}" type="presParOf" srcId="{C608B234-6E20-4724-8D5F-6A205663F62D}" destId="{4F1D16EC-1213-4D7F-8188-181CA1FD36D1}" srcOrd="0" destOrd="0" presId="urn:microsoft.com/office/officeart/2018/2/layout/IconVerticalSolidList"/>
    <dgm:cxn modelId="{35C0D45A-2D59-4285-B151-E95481141772}" type="presParOf" srcId="{C608B234-6E20-4724-8D5F-6A205663F62D}" destId="{2B55255A-AF5B-484C-A371-2BAB03FC79FA}" srcOrd="1" destOrd="0" presId="urn:microsoft.com/office/officeart/2018/2/layout/IconVerticalSolidList"/>
    <dgm:cxn modelId="{772D4B0B-9978-4846-B6E0-7A601A2181FB}" type="presParOf" srcId="{C608B234-6E20-4724-8D5F-6A205663F62D}" destId="{40B81E6F-11A7-48B6-A84C-83DB8A987E9A}" srcOrd="2" destOrd="0" presId="urn:microsoft.com/office/officeart/2018/2/layout/IconVerticalSolidList"/>
    <dgm:cxn modelId="{7D3A92D9-50DF-42CF-AF36-870AAC485305}" type="presParOf" srcId="{C608B234-6E20-4724-8D5F-6A205663F62D}" destId="{A45ACE01-387B-42B4-B624-AD9AA4AA704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7F54A8-E3C4-4F5A-A722-FF5E742844D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084E201-6DDD-43F3-B35D-17990CD4B7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Dashboard refreshes weekly using automated scripts.</a:t>
          </a:r>
        </a:p>
      </dgm:t>
    </dgm:pt>
    <dgm:pt modelId="{9A3404D6-2CE2-4C88-ABCE-15E5B76278D5}" type="parTrans" cxnId="{2C50F8C7-8178-4769-B725-FF6088296FDF}">
      <dgm:prSet/>
      <dgm:spPr/>
      <dgm:t>
        <a:bodyPr/>
        <a:lstStyle/>
        <a:p>
          <a:endParaRPr lang="en-US"/>
        </a:p>
      </dgm:t>
    </dgm:pt>
    <dgm:pt modelId="{8F9FC144-0D98-4805-ABD9-28B2FC7CEFB3}" type="sibTrans" cxnId="{2C50F8C7-8178-4769-B725-FF6088296F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78A57B8-2DDF-4650-AB79-0A86675879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Connected directly to SQL data sources.</a:t>
          </a:r>
        </a:p>
      </dgm:t>
    </dgm:pt>
    <dgm:pt modelId="{56742CA9-F840-476C-9BF1-A8F77BAC77BF}" type="parTrans" cxnId="{FCD55A2D-6C13-42C6-9F20-DB31D7937B50}">
      <dgm:prSet/>
      <dgm:spPr/>
      <dgm:t>
        <a:bodyPr/>
        <a:lstStyle/>
        <a:p>
          <a:endParaRPr lang="en-US"/>
        </a:p>
      </dgm:t>
    </dgm:pt>
    <dgm:pt modelId="{654F3D39-08F8-4D66-A269-D08B2A2507EE}" type="sibTrans" cxnId="{FCD55A2D-6C13-42C6-9F20-DB31D7937B5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085D54-86C5-45EE-8E16-46930D43BB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Updates managed by data analyst.</a:t>
          </a:r>
        </a:p>
      </dgm:t>
    </dgm:pt>
    <dgm:pt modelId="{E00C02D1-5CFD-4AD2-BD7A-6BDEF652B12A}" type="parTrans" cxnId="{5E00CC29-6B8E-4927-B5E3-CF1E4508E162}">
      <dgm:prSet/>
      <dgm:spPr/>
      <dgm:t>
        <a:bodyPr/>
        <a:lstStyle/>
        <a:p>
          <a:endParaRPr lang="en-US"/>
        </a:p>
      </dgm:t>
    </dgm:pt>
    <dgm:pt modelId="{0EDED00E-43D3-46FC-9DFA-2E7BE68DFD97}" type="sibTrans" cxnId="{5E00CC29-6B8E-4927-B5E3-CF1E4508E1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06A432-E39F-4142-BCE9-FEFF6CF354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Manual updates only for schema or dataset changes.</a:t>
          </a:r>
        </a:p>
      </dgm:t>
    </dgm:pt>
    <dgm:pt modelId="{37415B9F-0C4A-4AE1-B7EE-8B89BEDB07B0}" type="parTrans" cxnId="{279F2DA3-2BFF-4272-A08D-5D32F551E2C1}">
      <dgm:prSet/>
      <dgm:spPr/>
      <dgm:t>
        <a:bodyPr/>
        <a:lstStyle/>
        <a:p>
          <a:endParaRPr lang="en-US"/>
        </a:p>
      </dgm:t>
    </dgm:pt>
    <dgm:pt modelId="{E95BA7CA-2728-4D75-84E0-AA4920BE769D}" type="sibTrans" cxnId="{279F2DA3-2BFF-4272-A08D-5D32F551E2C1}">
      <dgm:prSet/>
      <dgm:spPr/>
      <dgm:t>
        <a:bodyPr/>
        <a:lstStyle/>
        <a:p>
          <a:endParaRPr lang="en-US"/>
        </a:p>
      </dgm:t>
    </dgm:pt>
    <dgm:pt modelId="{6B84472A-FF96-4EF1-81EE-5B461F274119}" type="pres">
      <dgm:prSet presAssocID="{627F54A8-E3C4-4F5A-A722-FF5E742844D0}" presName="root" presStyleCnt="0">
        <dgm:presLayoutVars>
          <dgm:dir/>
          <dgm:resizeHandles val="exact"/>
        </dgm:presLayoutVars>
      </dgm:prSet>
      <dgm:spPr/>
    </dgm:pt>
    <dgm:pt modelId="{B09BB61D-1DDF-409F-A56E-DF06A6D2470A}" type="pres">
      <dgm:prSet presAssocID="{627F54A8-E3C4-4F5A-A722-FF5E742844D0}" presName="container" presStyleCnt="0">
        <dgm:presLayoutVars>
          <dgm:dir/>
          <dgm:resizeHandles val="exact"/>
        </dgm:presLayoutVars>
      </dgm:prSet>
      <dgm:spPr/>
    </dgm:pt>
    <dgm:pt modelId="{D7B4F228-3737-4DA7-AF1C-EF8A5896217E}" type="pres">
      <dgm:prSet presAssocID="{7084E201-6DDD-43F3-B35D-17990CD4B75B}" presName="compNode" presStyleCnt="0"/>
      <dgm:spPr/>
    </dgm:pt>
    <dgm:pt modelId="{EBC0D637-6BA3-4728-8B0A-C804301A1700}" type="pres">
      <dgm:prSet presAssocID="{7084E201-6DDD-43F3-B35D-17990CD4B75B}" presName="iconBgRect" presStyleLbl="bgShp" presStyleIdx="0" presStyleCnt="4"/>
      <dgm:spPr/>
    </dgm:pt>
    <dgm:pt modelId="{CB7A635C-DAD9-4D07-89B3-485F7667FE9B}" type="pres">
      <dgm:prSet presAssocID="{7084E201-6DDD-43F3-B35D-17990CD4B7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457EB31-0FAB-46BC-82AA-04F9DDC525E0}" type="pres">
      <dgm:prSet presAssocID="{7084E201-6DDD-43F3-B35D-17990CD4B75B}" presName="spaceRect" presStyleCnt="0"/>
      <dgm:spPr/>
    </dgm:pt>
    <dgm:pt modelId="{D1130F65-9EBF-444C-AAAD-1128F1229063}" type="pres">
      <dgm:prSet presAssocID="{7084E201-6DDD-43F3-B35D-17990CD4B75B}" presName="textRect" presStyleLbl="revTx" presStyleIdx="0" presStyleCnt="4">
        <dgm:presLayoutVars>
          <dgm:chMax val="1"/>
          <dgm:chPref val="1"/>
        </dgm:presLayoutVars>
      </dgm:prSet>
      <dgm:spPr/>
    </dgm:pt>
    <dgm:pt modelId="{F8948508-A6D9-453B-8490-D12A37261B93}" type="pres">
      <dgm:prSet presAssocID="{8F9FC144-0D98-4805-ABD9-28B2FC7CEFB3}" presName="sibTrans" presStyleLbl="sibTrans2D1" presStyleIdx="0" presStyleCnt="0"/>
      <dgm:spPr/>
    </dgm:pt>
    <dgm:pt modelId="{E53E8DAA-7773-474A-B510-EFC5AF6778FA}" type="pres">
      <dgm:prSet presAssocID="{578A57B8-2DDF-4650-AB79-0A866758793C}" presName="compNode" presStyleCnt="0"/>
      <dgm:spPr/>
    </dgm:pt>
    <dgm:pt modelId="{A0DD85DD-EF6C-4D50-88C4-D2E5DA373423}" type="pres">
      <dgm:prSet presAssocID="{578A57B8-2DDF-4650-AB79-0A866758793C}" presName="iconBgRect" presStyleLbl="bgShp" presStyleIdx="1" presStyleCnt="4"/>
      <dgm:spPr/>
    </dgm:pt>
    <dgm:pt modelId="{66BF3B22-A161-4E8F-9B1A-8BD469920BEB}" type="pres">
      <dgm:prSet presAssocID="{578A57B8-2DDF-4650-AB79-0A86675879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8B1E55A-80A7-4116-A5BC-90BD38F8A4BB}" type="pres">
      <dgm:prSet presAssocID="{578A57B8-2DDF-4650-AB79-0A866758793C}" presName="spaceRect" presStyleCnt="0"/>
      <dgm:spPr/>
    </dgm:pt>
    <dgm:pt modelId="{9D565A2A-7DDB-481A-911E-4BDEB6AD576A}" type="pres">
      <dgm:prSet presAssocID="{578A57B8-2DDF-4650-AB79-0A866758793C}" presName="textRect" presStyleLbl="revTx" presStyleIdx="1" presStyleCnt="4">
        <dgm:presLayoutVars>
          <dgm:chMax val="1"/>
          <dgm:chPref val="1"/>
        </dgm:presLayoutVars>
      </dgm:prSet>
      <dgm:spPr/>
    </dgm:pt>
    <dgm:pt modelId="{AFFCB2B8-0311-4BD7-AF7C-7D5C3DDB3C2F}" type="pres">
      <dgm:prSet presAssocID="{654F3D39-08F8-4D66-A269-D08B2A2507EE}" presName="sibTrans" presStyleLbl="sibTrans2D1" presStyleIdx="0" presStyleCnt="0"/>
      <dgm:spPr/>
    </dgm:pt>
    <dgm:pt modelId="{238F34BE-6184-44D4-86C4-3E3477DAA054}" type="pres">
      <dgm:prSet presAssocID="{79085D54-86C5-45EE-8E16-46930D43BBDC}" presName="compNode" presStyleCnt="0"/>
      <dgm:spPr/>
    </dgm:pt>
    <dgm:pt modelId="{03486DC9-733F-4EF3-93CB-FD3C1FC2F699}" type="pres">
      <dgm:prSet presAssocID="{79085D54-86C5-45EE-8E16-46930D43BBDC}" presName="iconBgRect" presStyleLbl="bgShp" presStyleIdx="2" presStyleCnt="4"/>
      <dgm:spPr/>
    </dgm:pt>
    <dgm:pt modelId="{D7D23603-50C4-4722-82E7-F06CD3F31526}" type="pres">
      <dgm:prSet presAssocID="{79085D54-86C5-45EE-8E16-46930D43BBD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2F9530F-39B3-4353-B005-A4AC8CE74F8A}" type="pres">
      <dgm:prSet presAssocID="{79085D54-86C5-45EE-8E16-46930D43BBDC}" presName="spaceRect" presStyleCnt="0"/>
      <dgm:spPr/>
    </dgm:pt>
    <dgm:pt modelId="{CDCC1088-5E6E-460D-A1BD-50E2BA091ED7}" type="pres">
      <dgm:prSet presAssocID="{79085D54-86C5-45EE-8E16-46930D43BBDC}" presName="textRect" presStyleLbl="revTx" presStyleIdx="2" presStyleCnt="4">
        <dgm:presLayoutVars>
          <dgm:chMax val="1"/>
          <dgm:chPref val="1"/>
        </dgm:presLayoutVars>
      </dgm:prSet>
      <dgm:spPr/>
    </dgm:pt>
    <dgm:pt modelId="{D1D8B79A-D42F-4DCD-9068-6292D64ADCC6}" type="pres">
      <dgm:prSet presAssocID="{0EDED00E-43D3-46FC-9DFA-2E7BE68DFD97}" presName="sibTrans" presStyleLbl="sibTrans2D1" presStyleIdx="0" presStyleCnt="0"/>
      <dgm:spPr/>
    </dgm:pt>
    <dgm:pt modelId="{94635105-F62C-4C88-B462-FA0F2B596035}" type="pres">
      <dgm:prSet presAssocID="{CA06A432-E39F-4142-BCE9-FEFF6CF35489}" presName="compNode" presStyleCnt="0"/>
      <dgm:spPr/>
    </dgm:pt>
    <dgm:pt modelId="{02756FA3-8D2F-4832-B589-6CB27D62ED72}" type="pres">
      <dgm:prSet presAssocID="{CA06A432-E39F-4142-BCE9-FEFF6CF35489}" presName="iconBgRect" presStyleLbl="bgShp" presStyleIdx="3" presStyleCnt="4"/>
      <dgm:spPr/>
    </dgm:pt>
    <dgm:pt modelId="{A02E2F23-A9B8-454A-B3A2-9298DD1DCA99}" type="pres">
      <dgm:prSet presAssocID="{CA06A432-E39F-4142-BCE9-FEFF6CF3548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713D9CA-E618-4ADD-8721-F3B52E361E2B}" type="pres">
      <dgm:prSet presAssocID="{CA06A432-E39F-4142-BCE9-FEFF6CF35489}" presName="spaceRect" presStyleCnt="0"/>
      <dgm:spPr/>
    </dgm:pt>
    <dgm:pt modelId="{2EA56FB9-1BE0-4FD7-94F2-9F2D94B278B2}" type="pres">
      <dgm:prSet presAssocID="{CA06A432-E39F-4142-BCE9-FEFF6CF3548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E00CC29-6B8E-4927-B5E3-CF1E4508E162}" srcId="{627F54A8-E3C4-4F5A-A722-FF5E742844D0}" destId="{79085D54-86C5-45EE-8E16-46930D43BBDC}" srcOrd="2" destOrd="0" parTransId="{E00C02D1-5CFD-4AD2-BD7A-6BDEF652B12A}" sibTransId="{0EDED00E-43D3-46FC-9DFA-2E7BE68DFD97}"/>
    <dgm:cxn modelId="{FCD55A2D-6C13-42C6-9F20-DB31D7937B50}" srcId="{627F54A8-E3C4-4F5A-A722-FF5E742844D0}" destId="{578A57B8-2DDF-4650-AB79-0A866758793C}" srcOrd="1" destOrd="0" parTransId="{56742CA9-F840-476C-9BF1-A8F77BAC77BF}" sibTransId="{654F3D39-08F8-4D66-A269-D08B2A2507EE}"/>
    <dgm:cxn modelId="{D62D5567-ACBB-4230-9CAB-6C8C9F1F87EF}" type="presOf" srcId="{654F3D39-08F8-4D66-A269-D08B2A2507EE}" destId="{AFFCB2B8-0311-4BD7-AF7C-7D5C3DDB3C2F}" srcOrd="0" destOrd="0" presId="urn:microsoft.com/office/officeart/2018/2/layout/IconCircleList"/>
    <dgm:cxn modelId="{AD63486A-86A5-4904-8392-ED31A5ABA03A}" type="presOf" srcId="{8F9FC144-0D98-4805-ABD9-28B2FC7CEFB3}" destId="{F8948508-A6D9-453B-8490-D12A37261B93}" srcOrd="0" destOrd="0" presId="urn:microsoft.com/office/officeart/2018/2/layout/IconCircleList"/>
    <dgm:cxn modelId="{393CFC75-D309-4129-88DA-D4A6C2AE47ED}" type="presOf" srcId="{627F54A8-E3C4-4F5A-A722-FF5E742844D0}" destId="{6B84472A-FF96-4EF1-81EE-5B461F274119}" srcOrd="0" destOrd="0" presId="urn:microsoft.com/office/officeart/2018/2/layout/IconCircleList"/>
    <dgm:cxn modelId="{3CED5095-506C-4EC0-8F6C-E9E2BAEF6D89}" type="presOf" srcId="{CA06A432-E39F-4142-BCE9-FEFF6CF35489}" destId="{2EA56FB9-1BE0-4FD7-94F2-9F2D94B278B2}" srcOrd="0" destOrd="0" presId="urn:microsoft.com/office/officeart/2018/2/layout/IconCircleList"/>
    <dgm:cxn modelId="{279F2DA3-2BFF-4272-A08D-5D32F551E2C1}" srcId="{627F54A8-E3C4-4F5A-A722-FF5E742844D0}" destId="{CA06A432-E39F-4142-BCE9-FEFF6CF35489}" srcOrd="3" destOrd="0" parTransId="{37415B9F-0C4A-4AE1-B7EE-8B89BEDB07B0}" sibTransId="{E95BA7CA-2728-4D75-84E0-AA4920BE769D}"/>
    <dgm:cxn modelId="{2C50F8C7-8178-4769-B725-FF6088296FDF}" srcId="{627F54A8-E3C4-4F5A-A722-FF5E742844D0}" destId="{7084E201-6DDD-43F3-B35D-17990CD4B75B}" srcOrd="0" destOrd="0" parTransId="{9A3404D6-2CE2-4C88-ABCE-15E5B76278D5}" sibTransId="{8F9FC144-0D98-4805-ABD9-28B2FC7CEFB3}"/>
    <dgm:cxn modelId="{130886C8-09F7-41C7-A88A-485E3200E962}" type="presOf" srcId="{7084E201-6DDD-43F3-B35D-17990CD4B75B}" destId="{D1130F65-9EBF-444C-AAAD-1128F1229063}" srcOrd="0" destOrd="0" presId="urn:microsoft.com/office/officeart/2018/2/layout/IconCircleList"/>
    <dgm:cxn modelId="{B0BE4DE2-5C67-435A-BBA0-2CBC14792690}" type="presOf" srcId="{0EDED00E-43D3-46FC-9DFA-2E7BE68DFD97}" destId="{D1D8B79A-D42F-4DCD-9068-6292D64ADCC6}" srcOrd="0" destOrd="0" presId="urn:microsoft.com/office/officeart/2018/2/layout/IconCircleList"/>
    <dgm:cxn modelId="{42D7BBF7-55AB-4B8B-8407-8227D93538DC}" type="presOf" srcId="{578A57B8-2DDF-4650-AB79-0A866758793C}" destId="{9D565A2A-7DDB-481A-911E-4BDEB6AD576A}" srcOrd="0" destOrd="0" presId="urn:microsoft.com/office/officeart/2018/2/layout/IconCircleList"/>
    <dgm:cxn modelId="{E385ECFC-60DD-4816-B79F-0326ABB1A9A6}" type="presOf" srcId="{79085D54-86C5-45EE-8E16-46930D43BBDC}" destId="{CDCC1088-5E6E-460D-A1BD-50E2BA091ED7}" srcOrd="0" destOrd="0" presId="urn:microsoft.com/office/officeart/2018/2/layout/IconCircleList"/>
    <dgm:cxn modelId="{69AE461D-635E-4E4C-A8C6-E210EB99C651}" type="presParOf" srcId="{6B84472A-FF96-4EF1-81EE-5B461F274119}" destId="{B09BB61D-1DDF-409F-A56E-DF06A6D2470A}" srcOrd="0" destOrd="0" presId="urn:microsoft.com/office/officeart/2018/2/layout/IconCircleList"/>
    <dgm:cxn modelId="{014B62E9-A2DF-4E65-82E3-6D6FD1C3B79A}" type="presParOf" srcId="{B09BB61D-1DDF-409F-A56E-DF06A6D2470A}" destId="{D7B4F228-3737-4DA7-AF1C-EF8A5896217E}" srcOrd="0" destOrd="0" presId="urn:microsoft.com/office/officeart/2018/2/layout/IconCircleList"/>
    <dgm:cxn modelId="{8572DDD6-D93E-4624-BB93-9A6FFD64E8F3}" type="presParOf" srcId="{D7B4F228-3737-4DA7-AF1C-EF8A5896217E}" destId="{EBC0D637-6BA3-4728-8B0A-C804301A1700}" srcOrd="0" destOrd="0" presId="urn:microsoft.com/office/officeart/2018/2/layout/IconCircleList"/>
    <dgm:cxn modelId="{D63DB17D-541D-4B39-8AF5-4335953237AD}" type="presParOf" srcId="{D7B4F228-3737-4DA7-AF1C-EF8A5896217E}" destId="{CB7A635C-DAD9-4D07-89B3-485F7667FE9B}" srcOrd="1" destOrd="0" presId="urn:microsoft.com/office/officeart/2018/2/layout/IconCircleList"/>
    <dgm:cxn modelId="{7051F7D7-60E8-49E7-94E6-14D444387D43}" type="presParOf" srcId="{D7B4F228-3737-4DA7-AF1C-EF8A5896217E}" destId="{5457EB31-0FAB-46BC-82AA-04F9DDC525E0}" srcOrd="2" destOrd="0" presId="urn:microsoft.com/office/officeart/2018/2/layout/IconCircleList"/>
    <dgm:cxn modelId="{CE0E609D-C961-4869-B5A0-4B290855FA36}" type="presParOf" srcId="{D7B4F228-3737-4DA7-AF1C-EF8A5896217E}" destId="{D1130F65-9EBF-444C-AAAD-1128F1229063}" srcOrd="3" destOrd="0" presId="urn:microsoft.com/office/officeart/2018/2/layout/IconCircleList"/>
    <dgm:cxn modelId="{D8611570-A1A7-4F7C-8C1E-5639AFB2285E}" type="presParOf" srcId="{B09BB61D-1DDF-409F-A56E-DF06A6D2470A}" destId="{F8948508-A6D9-453B-8490-D12A37261B93}" srcOrd="1" destOrd="0" presId="urn:microsoft.com/office/officeart/2018/2/layout/IconCircleList"/>
    <dgm:cxn modelId="{C14E5E2A-CBF0-4FE6-B393-A61DD737DA48}" type="presParOf" srcId="{B09BB61D-1DDF-409F-A56E-DF06A6D2470A}" destId="{E53E8DAA-7773-474A-B510-EFC5AF6778FA}" srcOrd="2" destOrd="0" presId="urn:microsoft.com/office/officeart/2018/2/layout/IconCircleList"/>
    <dgm:cxn modelId="{B99EF3B8-0EC1-47B6-BF80-5E3485B4EE0E}" type="presParOf" srcId="{E53E8DAA-7773-474A-B510-EFC5AF6778FA}" destId="{A0DD85DD-EF6C-4D50-88C4-D2E5DA373423}" srcOrd="0" destOrd="0" presId="urn:microsoft.com/office/officeart/2018/2/layout/IconCircleList"/>
    <dgm:cxn modelId="{BFC53EAC-3DEF-4FA3-87E2-644956FD5BCE}" type="presParOf" srcId="{E53E8DAA-7773-474A-B510-EFC5AF6778FA}" destId="{66BF3B22-A161-4E8F-9B1A-8BD469920BEB}" srcOrd="1" destOrd="0" presId="urn:microsoft.com/office/officeart/2018/2/layout/IconCircleList"/>
    <dgm:cxn modelId="{906F26A3-6766-4C03-BBC9-5C5CA9531A8B}" type="presParOf" srcId="{E53E8DAA-7773-474A-B510-EFC5AF6778FA}" destId="{48B1E55A-80A7-4116-A5BC-90BD38F8A4BB}" srcOrd="2" destOrd="0" presId="urn:microsoft.com/office/officeart/2018/2/layout/IconCircleList"/>
    <dgm:cxn modelId="{48B40825-B130-4E3B-9E9F-98E85D81977D}" type="presParOf" srcId="{E53E8DAA-7773-474A-B510-EFC5AF6778FA}" destId="{9D565A2A-7DDB-481A-911E-4BDEB6AD576A}" srcOrd="3" destOrd="0" presId="urn:microsoft.com/office/officeart/2018/2/layout/IconCircleList"/>
    <dgm:cxn modelId="{671EC643-8A5E-4201-B872-7898016EBB44}" type="presParOf" srcId="{B09BB61D-1DDF-409F-A56E-DF06A6D2470A}" destId="{AFFCB2B8-0311-4BD7-AF7C-7D5C3DDB3C2F}" srcOrd="3" destOrd="0" presId="urn:microsoft.com/office/officeart/2018/2/layout/IconCircleList"/>
    <dgm:cxn modelId="{382C3BF5-A6E1-4B0E-8D1E-B7A944F479CF}" type="presParOf" srcId="{B09BB61D-1DDF-409F-A56E-DF06A6D2470A}" destId="{238F34BE-6184-44D4-86C4-3E3477DAA054}" srcOrd="4" destOrd="0" presId="urn:microsoft.com/office/officeart/2018/2/layout/IconCircleList"/>
    <dgm:cxn modelId="{1C3EF83D-1885-43F1-BCAD-007925E83CE9}" type="presParOf" srcId="{238F34BE-6184-44D4-86C4-3E3477DAA054}" destId="{03486DC9-733F-4EF3-93CB-FD3C1FC2F699}" srcOrd="0" destOrd="0" presId="urn:microsoft.com/office/officeart/2018/2/layout/IconCircleList"/>
    <dgm:cxn modelId="{0510DF73-89F3-410E-BD73-E80C69B25A0D}" type="presParOf" srcId="{238F34BE-6184-44D4-86C4-3E3477DAA054}" destId="{D7D23603-50C4-4722-82E7-F06CD3F31526}" srcOrd="1" destOrd="0" presId="urn:microsoft.com/office/officeart/2018/2/layout/IconCircleList"/>
    <dgm:cxn modelId="{37B10BAB-7FC0-41CB-AB71-0E66116EBB55}" type="presParOf" srcId="{238F34BE-6184-44D4-86C4-3E3477DAA054}" destId="{B2F9530F-39B3-4353-B005-A4AC8CE74F8A}" srcOrd="2" destOrd="0" presId="urn:microsoft.com/office/officeart/2018/2/layout/IconCircleList"/>
    <dgm:cxn modelId="{4558CD79-8CE1-452C-A5B1-6B7812641181}" type="presParOf" srcId="{238F34BE-6184-44D4-86C4-3E3477DAA054}" destId="{CDCC1088-5E6E-460D-A1BD-50E2BA091ED7}" srcOrd="3" destOrd="0" presId="urn:microsoft.com/office/officeart/2018/2/layout/IconCircleList"/>
    <dgm:cxn modelId="{7567809D-DD5C-4412-9DA4-C9AF0953FEC1}" type="presParOf" srcId="{B09BB61D-1DDF-409F-A56E-DF06A6D2470A}" destId="{D1D8B79A-D42F-4DCD-9068-6292D64ADCC6}" srcOrd="5" destOrd="0" presId="urn:microsoft.com/office/officeart/2018/2/layout/IconCircleList"/>
    <dgm:cxn modelId="{EAC6BB25-8D64-42DE-909C-82C24BA809AC}" type="presParOf" srcId="{B09BB61D-1DDF-409F-A56E-DF06A6D2470A}" destId="{94635105-F62C-4C88-B462-FA0F2B596035}" srcOrd="6" destOrd="0" presId="urn:microsoft.com/office/officeart/2018/2/layout/IconCircleList"/>
    <dgm:cxn modelId="{74C8D398-3A4B-456A-9EC5-C420AA97D864}" type="presParOf" srcId="{94635105-F62C-4C88-B462-FA0F2B596035}" destId="{02756FA3-8D2F-4832-B589-6CB27D62ED72}" srcOrd="0" destOrd="0" presId="urn:microsoft.com/office/officeart/2018/2/layout/IconCircleList"/>
    <dgm:cxn modelId="{FDFCBAE2-FA93-4206-BB4B-F5ECF3A4313A}" type="presParOf" srcId="{94635105-F62C-4C88-B462-FA0F2B596035}" destId="{A02E2F23-A9B8-454A-B3A2-9298DD1DCA99}" srcOrd="1" destOrd="0" presId="urn:microsoft.com/office/officeart/2018/2/layout/IconCircleList"/>
    <dgm:cxn modelId="{25F8A30F-E97A-4F58-9182-0AD0A8A7F80C}" type="presParOf" srcId="{94635105-F62C-4C88-B462-FA0F2B596035}" destId="{8713D9CA-E618-4ADD-8721-F3B52E361E2B}" srcOrd="2" destOrd="0" presId="urn:microsoft.com/office/officeart/2018/2/layout/IconCircleList"/>
    <dgm:cxn modelId="{EEAA7F0F-CFB4-4BF5-8F61-75E59F5CC97C}" type="presParOf" srcId="{94635105-F62C-4C88-B462-FA0F2B596035}" destId="{2EA56FB9-1BE0-4FD7-94F2-9F2D94B278B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661423-092D-47C1-9D2E-5CCB4012AC13}">
      <dsp:nvSpPr>
        <dsp:cNvPr id="0" name=""/>
        <dsp:cNvSpPr/>
      </dsp:nvSpPr>
      <dsp:spPr>
        <a:xfrm>
          <a:off x="145153" y="633114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B903D-689A-470F-B1B1-BB5D2B93722A}">
      <dsp:nvSpPr>
        <dsp:cNvPr id="0" name=""/>
        <dsp:cNvSpPr/>
      </dsp:nvSpPr>
      <dsp:spPr>
        <a:xfrm>
          <a:off x="356344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F76F3-A26D-4650-B225-FAB02B4AE5D9}">
      <dsp:nvSpPr>
        <dsp:cNvPr id="0" name=""/>
        <dsp:cNvSpPr/>
      </dsp:nvSpPr>
      <dsp:spPr>
        <a:xfrm>
          <a:off x="1366323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are the top-selling products by revenue?</a:t>
          </a:r>
        </a:p>
      </dsp:txBody>
      <dsp:txXfrm>
        <a:off x="1366323" y="633114"/>
        <a:ext cx="2370505" cy="1005669"/>
      </dsp:txXfrm>
    </dsp:sp>
    <dsp:sp modelId="{A9DBE1A2-3EB0-422C-9983-2C30CB88007C}">
      <dsp:nvSpPr>
        <dsp:cNvPr id="0" name=""/>
        <dsp:cNvSpPr/>
      </dsp:nvSpPr>
      <dsp:spPr>
        <a:xfrm>
          <a:off x="4149871" y="633114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C1B20-6803-431D-9F4F-F5F5DBCBEC32}">
      <dsp:nvSpPr>
        <dsp:cNvPr id="0" name=""/>
        <dsp:cNvSpPr/>
      </dsp:nvSpPr>
      <dsp:spPr>
        <a:xfrm>
          <a:off x="4361061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95D44-154D-4EFA-8600-A5206648FAD7}">
      <dsp:nvSpPr>
        <dsp:cNvPr id="0" name=""/>
        <dsp:cNvSpPr/>
      </dsp:nvSpPr>
      <dsp:spPr>
        <a:xfrm>
          <a:off x="5371040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How are sales performing across regions?</a:t>
          </a:r>
        </a:p>
      </dsp:txBody>
      <dsp:txXfrm>
        <a:off x="5371040" y="633114"/>
        <a:ext cx="2370505" cy="1005669"/>
      </dsp:txXfrm>
    </dsp:sp>
    <dsp:sp modelId="{67DEDBE5-9595-4597-A372-A6A0E162551D}">
      <dsp:nvSpPr>
        <dsp:cNvPr id="0" name=""/>
        <dsp:cNvSpPr/>
      </dsp:nvSpPr>
      <dsp:spPr>
        <a:xfrm>
          <a:off x="145153" y="2310092"/>
          <a:ext cx="1005669" cy="1005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26DBAE-29C2-488E-AA2B-F9BCC4200A02}">
      <dsp:nvSpPr>
        <dsp:cNvPr id="0" name=""/>
        <dsp:cNvSpPr/>
      </dsp:nvSpPr>
      <dsp:spPr>
        <a:xfrm>
          <a:off x="356344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E8F99-1B1A-4323-946E-E1DFBD59ECEE}">
      <dsp:nvSpPr>
        <dsp:cNvPr id="0" name=""/>
        <dsp:cNvSpPr/>
      </dsp:nvSpPr>
      <dsp:spPr>
        <a:xfrm>
          <a:off x="1366323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is the revenue trend over time?</a:t>
          </a:r>
        </a:p>
      </dsp:txBody>
      <dsp:txXfrm>
        <a:off x="1366323" y="2310092"/>
        <a:ext cx="2370505" cy="1005669"/>
      </dsp:txXfrm>
    </dsp:sp>
    <dsp:sp modelId="{F7C16A6F-62EC-4433-8B65-7F8FF726E5A9}">
      <dsp:nvSpPr>
        <dsp:cNvPr id="0" name=""/>
        <dsp:cNvSpPr/>
      </dsp:nvSpPr>
      <dsp:spPr>
        <a:xfrm>
          <a:off x="4149871" y="2310092"/>
          <a:ext cx="1005669" cy="1005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7B72B7-3E0A-44B0-A427-BDA2441D1FF2}">
      <dsp:nvSpPr>
        <dsp:cNvPr id="0" name=""/>
        <dsp:cNvSpPr/>
      </dsp:nvSpPr>
      <dsp:spPr>
        <a:xfrm>
          <a:off x="4361061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631B0-9594-4208-84A5-9A1A556606FE}">
      <dsp:nvSpPr>
        <dsp:cNvPr id="0" name=""/>
        <dsp:cNvSpPr/>
      </dsp:nvSpPr>
      <dsp:spPr>
        <a:xfrm>
          <a:off x="5371040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Which product categories lead in sales?</a:t>
          </a:r>
        </a:p>
      </dsp:txBody>
      <dsp:txXfrm>
        <a:off x="5371040" y="2310092"/>
        <a:ext cx="2370505" cy="10056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8B872-2498-4454-B476-EEDCCF6CA992}">
      <dsp:nvSpPr>
        <dsp:cNvPr id="0" name=""/>
        <dsp:cNvSpPr/>
      </dsp:nvSpPr>
      <dsp:spPr>
        <a:xfrm>
          <a:off x="145153" y="633114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B316C-1816-491F-90C3-FD2D14B3EF5E}">
      <dsp:nvSpPr>
        <dsp:cNvPr id="0" name=""/>
        <dsp:cNvSpPr/>
      </dsp:nvSpPr>
      <dsp:spPr>
        <a:xfrm>
          <a:off x="356344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92FEE-155A-4C69-B8B7-0060563B56CE}">
      <dsp:nvSpPr>
        <dsp:cNvPr id="0" name=""/>
        <dsp:cNvSpPr/>
      </dsp:nvSpPr>
      <dsp:spPr>
        <a:xfrm>
          <a:off x="1366323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What is the ROI for each campaign?</a:t>
          </a:r>
        </a:p>
      </dsp:txBody>
      <dsp:txXfrm>
        <a:off x="1366323" y="633114"/>
        <a:ext cx="2370505" cy="1005669"/>
      </dsp:txXfrm>
    </dsp:sp>
    <dsp:sp modelId="{D60731D5-A06C-4DFE-A2C3-30B80BF2485D}">
      <dsp:nvSpPr>
        <dsp:cNvPr id="0" name=""/>
        <dsp:cNvSpPr/>
      </dsp:nvSpPr>
      <dsp:spPr>
        <a:xfrm>
          <a:off x="4149871" y="633114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99847-0215-4FB0-9E59-E07B7419D4CE}">
      <dsp:nvSpPr>
        <dsp:cNvPr id="0" name=""/>
        <dsp:cNvSpPr/>
      </dsp:nvSpPr>
      <dsp:spPr>
        <a:xfrm>
          <a:off x="4361061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E700F-B6D1-47DF-9E37-17CB70D2F2D0}">
      <dsp:nvSpPr>
        <dsp:cNvPr id="0" name=""/>
        <dsp:cNvSpPr/>
      </dsp:nvSpPr>
      <dsp:spPr>
        <a:xfrm>
          <a:off x="5371040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What is the Customer Acquisition Cost (CAC)?</a:t>
          </a:r>
        </a:p>
      </dsp:txBody>
      <dsp:txXfrm>
        <a:off x="5371040" y="633114"/>
        <a:ext cx="2370505" cy="1005669"/>
      </dsp:txXfrm>
    </dsp:sp>
    <dsp:sp modelId="{8633237D-2FE1-4633-B8AB-652107CE8B36}">
      <dsp:nvSpPr>
        <dsp:cNvPr id="0" name=""/>
        <dsp:cNvSpPr/>
      </dsp:nvSpPr>
      <dsp:spPr>
        <a:xfrm>
          <a:off x="145153" y="2310092"/>
          <a:ext cx="1005669" cy="1005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346E92-7239-42DC-9818-99C6C03B29EA}">
      <dsp:nvSpPr>
        <dsp:cNvPr id="0" name=""/>
        <dsp:cNvSpPr/>
      </dsp:nvSpPr>
      <dsp:spPr>
        <a:xfrm>
          <a:off x="356344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1A733-4569-4AB9-A979-DCF9A2E9A0C0}">
      <dsp:nvSpPr>
        <dsp:cNvPr id="0" name=""/>
        <dsp:cNvSpPr/>
      </dsp:nvSpPr>
      <dsp:spPr>
        <a:xfrm>
          <a:off x="1366323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Which channels convert best?</a:t>
          </a:r>
        </a:p>
      </dsp:txBody>
      <dsp:txXfrm>
        <a:off x="1366323" y="2310092"/>
        <a:ext cx="2370505" cy="1005669"/>
      </dsp:txXfrm>
    </dsp:sp>
    <dsp:sp modelId="{D7B1645C-9474-41B4-8EB6-58D0AA91A23D}">
      <dsp:nvSpPr>
        <dsp:cNvPr id="0" name=""/>
        <dsp:cNvSpPr/>
      </dsp:nvSpPr>
      <dsp:spPr>
        <a:xfrm>
          <a:off x="4149871" y="2310092"/>
          <a:ext cx="1005669" cy="1005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4F8EBE-7746-4DD8-B4AF-5E8954CF054B}">
      <dsp:nvSpPr>
        <dsp:cNvPr id="0" name=""/>
        <dsp:cNvSpPr/>
      </dsp:nvSpPr>
      <dsp:spPr>
        <a:xfrm>
          <a:off x="4361061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04B6C-786E-4B7E-9BF4-E68CAC6719C3}">
      <dsp:nvSpPr>
        <dsp:cNvPr id="0" name=""/>
        <dsp:cNvSpPr/>
      </dsp:nvSpPr>
      <dsp:spPr>
        <a:xfrm>
          <a:off x="5371040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What is the engagement across platforms?</a:t>
          </a:r>
        </a:p>
      </dsp:txBody>
      <dsp:txXfrm>
        <a:off x="5371040" y="2310092"/>
        <a:ext cx="2370505" cy="1005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F8AA92-D26D-47C3-9826-2103029FDF9C}">
      <dsp:nvSpPr>
        <dsp:cNvPr id="0" name=""/>
        <dsp:cNvSpPr/>
      </dsp:nvSpPr>
      <dsp:spPr>
        <a:xfrm>
          <a:off x="145153" y="633114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BB0F11-59DF-4775-947B-6ED59D8E3E7E}">
      <dsp:nvSpPr>
        <dsp:cNvPr id="0" name=""/>
        <dsp:cNvSpPr/>
      </dsp:nvSpPr>
      <dsp:spPr>
        <a:xfrm>
          <a:off x="356344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7D008-4EC2-493A-8736-644DF6C52A46}">
      <dsp:nvSpPr>
        <dsp:cNvPr id="0" name=""/>
        <dsp:cNvSpPr/>
      </dsp:nvSpPr>
      <dsp:spPr>
        <a:xfrm>
          <a:off x="1366323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Are inventory levels meeting demand?</a:t>
          </a:r>
        </a:p>
      </dsp:txBody>
      <dsp:txXfrm>
        <a:off x="1366323" y="633114"/>
        <a:ext cx="2370505" cy="1005669"/>
      </dsp:txXfrm>
    </dsp:sp>
    <dsp:sp modelId="{026939E9-2BD4-4753-A8F5-DFAA287D3EAF}">
      <dsp:nvSpPr>
        <dsp:cNvPr id="0" name=""/>
        <dsp:cNvSpPr/>
      </dsp:nvSpPr>
      <dsp:spPr>
        <a:xfrm>
          <a:off x="4149871" y="633114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31B25D-71A1-4473-9C67-7BC73A21FE3E}">
      <dsp:nvSpPr>
        <dsp:cNvPr id="0" name=""/>
        <dsp:cNvSpPr/>
      </dsp:nvSpPr>
      <dsp:spPr>
        <a:xfrm>
          <a:off x="4361061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DB6BE-86D0-47A7-BC2E-DF7941DDFFB5}">
      <dsp:nvSpPr>
        <dsp:cNvPr id="0" name=""/>
        <dsp:cNvSpPr/>
      </dsp:nvSpPr>
      <dsp:spPr>
        <a:xfrm>
          <a:off x="5371040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Which suppliers are most reliable?</a:t>
          </a:r>
        </a:p>
      </dsp:txBody>
      <dsp:txXfrm>
        <a:off x="5371040" y="633114"/>
        <a:ext cx="2370505" cy="1005669"/>
      </dsp:txXfrm>
    </dsp:sp>
    <dsp:sp modelId="{9D48409E-FEA1-41DF-A9B4-F6C689F3A472}">
      <dsp:nvSpPr>
        <dsp:cNvPr id="0" name=""/>
        <dsp:cNvSpPr/>
      </dsp:nvSpPr>
      <dsp:spPr>
        <a:xfrm>
          <a:off x="145153" y="2310092"/>
          <a:ext cx="1005669" cy="1005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B3FF6-EFD8-4B54-9C8F-3D97D57C9E21}">
      <dsp:nvSpPr>
        <dsp:cNvPr id="0" name=""/>
        <dsp:cNvSpPr/>
      </dsp:nvSpPr>
      <dsp:spPr>
        <a:xfrm>
          <a:off x="356344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0C2C2-4900-43CE-AB31-CB2C1F8EA4CB}">
      <dsp:nvSpPr>
        <dsp:cNvPr id="0" name=""/>
        <dsp:cNvSpPr/>
      </dsp:nvSpPr>
      <dsp:spPr>
        <a:xfrm>
          <a:off x="1366323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What is the order fulfillment efficiency?</a:t>
          </a:r>
        </a:p>
      </dsp:txBody>
      <dsp:txXfrm>
        <a:off x="1366323" y="2310092"/>
        <a:ext cx="2370505" cy="1005669"/>
      </dsp:txXfrm>
    </dsp:sp>
    <dsp:sp modelId="{AF0A9C8D-BDCB-4BB6-B331-2D6D224C2575}">
      <dsp:nvSpPr>
        <dsp:cNvPr id="0" name=""/>
        <dsp:cNvSpPr/>
      </dsp:nvSpPr>
      <dsp:spPr>
        <a:xfrm>
          <a:off x="4149871" y="2310092"/>
          <a:ext cx="1005669" cy="1005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04D393-DBA2-45F4-9A77-9AAC9DBF5F9C}">
      <dsp:nvSpPr>
        <dsp:cNvPr id="0" name=""/>
        <dsp:cNvSpPr/>
      </dsp:nvSpPr>
      <dsp:spPr>
        <a:xfrm>
          <a:off x="4361061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CB6EB-2985-4F28-A716-5606C9204E12}">
      <dsp:nvSpPr>
        <dsp:cNvPr id="0" name=""/>
        <dsp:cNvSpPr/>
      </dsp:nvSpPr>
      <dsp:spPr>
        <a:xfrm>
          <a:off x="5371040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How do procurement costs vary over time?</a:t>
          </a:r>
        </a:p>
      </dsp:txBody>
      <dsp:txXfrm>
        <a:off x="5371040" y="2310092"/>
        <a:ext cx="2370505" cy="10056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9649A-A62F-4D34-A9E0-A8B19F1520E2}">
      <dsp:nvSpPr>
        <dsp:cNvPr id="0" name=""/>
        <dsp:cNvSpPr/>
      </dsp:nvSpPr>
      <dsp:spPr>
        <a:xfrm>
          <a:off x="145153" y="633114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3625D-E7C0-4030-AC41-66EC4E6A1251}">
      <dsp:nvSpPr>
        <dsp:cNvPr id="0" name=""/>
        <dsp:cNvSpPr/>
      </dsp:nvSpPr>
      <dsp:spPr>
        <a:xfrm>
          <a:off x="356344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7A3CE-EF5C-41D0-BDCF-B91992F83EF0}">
      <dsp:nvSpPr>
        <dsp:cNvPr id="0" name=""/>
        <dsp:cNvSpPr/>
      </dsp:nvSpPr>
      <dsp:spPr>
        <a:xfrm>
          <a:off x="1366323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What are the most common complaints?</a:t>
          </a:r>
        </a:p>
      </dsp:txBody>
      <dsp:txXfrm>
        <a:off x="1366323" y="633114"/>
        <a:ext cx="2370505" cy="1005669"/>
      </dsp:txXfrm>
    </dsp:sp>
    <dsp:sp modelId="{7DB7A26B-58E8-4F6A-9DF0-F50D08BE6C8B}">
      <dsp:nvSpPr>
        <dsp:cNvPr id="0" name=""/>
        <dsp:cNvSpPr/>
      </dsp:nvSpPr>
      <dsp:spPr>
        <a:xfrm>
          <a:off x="4149871" y="633114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3365D-0048-4707-804C-35E6E006AF0E}">
      <dsp:nvSpPr>
        <dsp:cNvPr id="0" name=""/>
        <dsp:cNvSpPr/>
      </dsp:nvSpPr>
      <dsp:spPr>
        <a:xfrm>
          <a:off x="4361061" y="844305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5EAC5-ECA9-45CD-B3D1-4CAE112A5C53}">
      <dsp:nvSpPr>
        <dsp:cNvPr id="0" name=""/>
        <dsp:cNvSpPr/>
      </dsp:nvSpPr>
      <dsp:spPr>
        <a:xfrm>
          <a:off x="5371040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How satisfied are customers by region?</a:t>
          </a:r>
        </a:p>
      </dsp:txBody>
      <dsp:txXfrm>
        <a:off x="5371040" y="633114"/>
        <a:ext cx="2370505" cy="1005669"/>
      </dsp:txXfrm>
    </dsp:sp>
    <dsp:sp modelId="{F2FB9F9D-518C-4CBA-8EC7-BEFCA9CF2F18}">
      <dsp:nvSpPr>
        <dsp:cNvPr id="0" name=""/>
        <dsp:cNvSpPr/>
      </dsp:nvSpPr>
      <dsp:spPr>
        <a:xfrm>
          <a:off x="145153" y="2310092"/>
          <a:ext cx="1005669" cy="1005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3D58D3-1302-4EF6-BD47-F3006808212B}">
      <dsp:nvSpPr>
        <dsp:cNvPr id="0" name=""/>
        <dsp:cNvSpPr/>
      </dsp:nvSpPr>
      <dsp:spPr>
        <a:xfrm>
          <a:off x="356344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DE8A7-7DCB-4C91-B5AE-652D22D86681}">
      <dsp:nvSpPr>
        <dsp:cNvPr id="0" name=""/>
        <dsp:cNvSpPr/>
      </dsp:nvSpPr>
      <dsp:spPr>
        <a:xfrm>
          <a:off x="1366323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What is the average complaint resolution time?</a:t>
          </a:r>
        </a:p>
      </dsp:txBody>
      <dsp:txXfrm>
        <a:off x="1366323" y="2310092"/>
        <a:ext cx="2370505" cy="1005669"/>
      </dsp:txXfrm>
    </dsp:sp>
    <dsp:sp modelId="{239D067D-F308-409F-9D73-6D5581AC3C37}">
      <dsp:nvSpPr>
        <dsp:cNvPr id="0" name=""/>
        <dsp:cNvSpPr/>
      </dsp:nvSpPr>
      <dsp:spPr>
        <a:xfrm>
          <a:off x="4149871" y="2310092"/>
          <a:ext cx="1005669" cy="1005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8B1C27-70FF-45D0-9074-1AEB1F85482C}">
      <dsp:nvSpPr>
        <dsp:cNvPr id="0" name=""/>
        <dsp:cNvSpPr/>
      </dsp:nvSpPr>
      <dsp:spPr>
        <a:xfrm>
          <a:off x="4361061" y="2521282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A0099-763E-4E53-929A-6FBB4EE7FBDE}">
      <dsp:nvSpPr>
        <dsp:cNvPr id="0" name=""/>
        <dsp:cNvSpPr/>
      </dsp:nvSpPr>
      <dsp:spPr>
        <a:xfrm>
          <a:off x="5371040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How effective is the issue resolution process?</a:t>
          </a:r>
        </a:p>
      </dsp:txBody>
      <dsp:txXfrm>
        <a:off x="5371040" y="2310092"/>
        <a:ext cx="2370505" cy="10056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E2AF9-8077-4D4F-B25E-2886E8001F29}">
      <dsp:nvSpPr>
        <dsp:cNvPr id="0" name=""/>
        <dsp:cNvSpPr/>
      </dsp:nvSpPr>
      <dsp:spPr>
        <a:xfrm>
          <a:off x="0" y="1805"/>
          <a:ext cx="78867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D2A2A-1B32-4186-A6B1-0D2070E94CD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C7101-E2F5-4784-8796-3E72F40836D2}">
      <dsp:nvSpPr>
        <dsp:cNvPr id="0" name=""/>
        <dsp:cNvSpPr/>
      </dsp:nvSpPr>
      <dsp:spPr>
        <a:xfrm>
          <a:off x="1057183" y="1805"/>
          <a:ext cx="68295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SQL database with structured schema per department.</a:t>
          </a:r>
        </a:p>
      </dsp:txBody>
      <dsp:txXfrm>
        <a:off x="1057183" y="1805"/>
        <a:ext cx="6829516" cy="915310"/>
      </dsp:txXfrm>
    </dsp:sp>
    <dsp:sp modelId="{E79B2A7C-45EE-4F55-AD5F-397A3DA52280}">
      <dsp:nvSpPr>
        <dsp:cNvPr id="0" name=""/>
        <dsp:cNvSpPr/>
      </dsp:nvSpPr>
      <dsp:spPr>
        <a:xfrm>
          <a:off x="0" y="1145944"/>
          <a:ext cx="78867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87C9FD-81F9-4388-BC2C-013D6415AC09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839956-717D-492A-93A4-23C33CFB2D2E}">
      <dsp:nvSpPr>
        <dsp:cNvPr id="0" name=""/>
        <dsp:cNvSpPr/>
      </dsp:nvSpPr>
      <dsp:spPr>
        <a:xfrm>
          <a:off x="1057183" y="1145944"/>
          <a:ext cx="68295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Tables: Orders, Campaigns, Leads, Inventory, Complaints, NPS.</a:t>
          </a:r>
        </a:p>
      </dsp:txBody>
      <dsp:txXfrm>
        <a:off x="1057183" y="1145944"/>
        <a:ext cx="6829516" cy="915310"/>
      </dsp:txXfrm>
    </dsp:sp>
    <dsp:sp modelId="{B7CFCA39-862D-43C8-9480-7463089172C8}">
      <dsp:nvSpPr>
        <dsp:cNvPr id="0" name=""/>
        <dsp:cNvSpPr/>
      </dsp:nvSpPr>
      <dsp:spPr>
        <a:xfrm>
          <a:off x="0" y="2290082"/>
          <a:ext cx="78867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3912C-D924-469B-832A-881CF2EDA99D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46C21-CE34-43F4-925B-D05F7BAD7841}">
      <dsp:nvSpPr>
        <dsp:cNvPr id="0" name=""/>
        <dsp:cNvSpPr/>
      </dsp:nvSpPr>
      <dsp:spPr>
        <a:xfrm>
          <a:off x="1057183" y="2290082"/>
          <a:ext cx="68295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cleaned and validated before Power BI import.</a:t>
          </a:r>
        </a:p>
      </dsp:txBody>
      <dsp:txXfrm>
        <a:off x="1057183" y="2290082"/>
        <a:ext cx="6829516" cy="915310"/>
      </dsp:txXfrm>
    </dsp:sp>
    <dsp:sp modelId="{4F1D16EC-1213-4D7F-8188-181CA1FD36D1}">
      <dsp:nvSpPr>
        <dsp:cNvPr id="0" name=""/>
        <dsp:cNvSpPr/>
      </dsp:nvSpPr>
      <dsp:spPr>
        <a:xfrm>
          <a:off x="0" y="3434221"/>
          <a:ext cx="78867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55255A-AF5B-484C-A371-2BAB03FC79FA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ACE01-387B-42B4-B624-AD9AA4AA704C}">
      <dsp:nvSpPr>
        <dsp:cNvPr id="0" name=""/>
        <dsp:cNvSpPr/>
      </dsp:nvSpPr>
      <dsp:spPr>
        <a:xfrm>
          <a:off x="1057183" y="3434221"/>
          <a:ext cx="68295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Entity Relationship Diagrams (ERDs) used to model relationships.</a:t>
          </a:r>
        </a:p>
      </dsp:txBody>
      <dsp:txXfrm>
        <a:off x="1057183" y="3434221"/>
        <a:ext cx="6829516" cy="915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0D637-6BA3-4728-8B0A-C804301A1700}">
      <dsp:nvSpPr>
        <dsp:cNvPr id="0" name=""/>
        <dsp:cNvSpPr/>
      </dsp:nvSpPr>
      <dsp:spPr>
        <a:xfrm>
          <a:off x="2067" y="37028"/>
          <a:ext cx="601256" cy="6012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A635C-DAD9-4D07-89B3-485F7667FE9B}">
      <dsp:nvSpPr>
        <dsp:cNvPr id="0" name=""/>
        <dsp:cNvSpPr/>
      </dsp:nvSpPr>
      <dsp:spPr>
        <a:xfrm>
          <a:off x="128331" y="163292"/>
          <a:ext cx="348728" cy="3487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30F65-9EBF-444C-AAAD-1128F1229063}">
      <dsp:nvSpPr>
        <dsp:cNvPr id="0" name=""/>
        <dsp:cNvSpPr/>
      </dsp:nvSpPr>
      <dsp:spPr>
        <a:xfrm>
          <a:off x="732164" y="37028"/>
          <a:ext cx="1417246" cy="601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Dashboard refreshes weekly using automated scripts.</a:t>
          </a:r>
        </a:p>
      </dsp:txBody>
      <dsp:txXfrm>
        <a:off x="732164" y="37028"/>
        <a:ext cx="1417246" cy="601256"/>
      </dsp:txXfrm>
    </dsp:sp>
    <dsp:sp modelId="{A0DD85DD-EF6C-4D50-88C4-D2E5DA373423}">
      <dsp:nvSpPr>
        <dsp:cNvPr id="0" name=""/>
        <dsp:cNvSpPr/>
      </dsp:nvSpPr>
      <dsp:spPr>
        <a:xfrm>
          <a:off x="2396355" y="37028"/>
          <a:ext cx="601256" cy="6012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F3B22-A161-4E8F-9B1A-8BD469920BEB}">
      <dsp:nvSpPr>
        <dsp:cNvPr id="0" name=""/>
        <dsp:cNvSpPr/>
      </dsp:nvSpPr>
      <dsp:spPr>
        <a:xfrm>
          <a:off x="2522619" y="163292"/>
          <a:ext cx="348728" cy="3487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65A2A-7DDB-481A-911E-4BDEB6AD576A}">
      <dsp:nvSpPr>
        <dsp:cNvPr id="0" name=""/>
        <dsp:cNvSpPr/>
      </dsp:nvSpPr>
      <dsp:spPr>
        <a:xfrm>
          <a:off x="3126452" y="37028"/>
          <a:ext cx="1417246" cy="601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Connected directly to SQL data sources.</a:t>
          </a:r>
        </a:p>
      </dsp:txBody>
      <dsp:txXfrm>
        <a:off x="3126452" y="37028"/>
        <a:ext cx="1417246" cy="601256"/>
      </dsp:txXfrm>
    </dsp:sp>
    <dsp:sp modelId="{03486DC9-733F-4EF3-93CB-FD3C1FC2F699}">
      <dsp:nvSpPr>
        <dsp:cNvPr id="0" name=""/>
        <dsp:cNvSpPr/>
      </dsp:nvSpPr>
      <dsp:spPr>
        <a:xfrm>
          <a:off x="2067" y="897907"/>
          <a:ext cx="601256" cy="60125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23603-50C4-4722-82E7-F06CD3F31526}">
      <dsp:nvSpPr>
        <dsp:cNvPr id="0" name=""/>
        <dsp:cNvSpPr/>
      </dsp:nvSpPr>
      <dsp:spPr>
        <a:xfrm>
          <a:off x="128331" y="1024171"/>
          <a:ext cx="348728" cy="3487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C1088-5E6E-460D-A1BD-50E2BA091ED7}">
      <dsp:nvSpPr>
        <dsp:cNvPr id="0" name=""/>
        <dsp:cNvSpPr/>
      </dsp:nvSpPr>
      <dsp:spPr>
        <a:xfrm>
          <a:off x="732164" y="897907"/>
          <a:ext cx="1417246" cy="601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Updates managed by data analyst.</a:t>
          </a:r>
        </a:p>
      </dsp:txBody>
      <dsp:txXfrm>
        <a:off x="732164" y="897907"/>
        <a:ext cx="1417246" cy="601256"/>
      </dsp:txXfrm>
    </dsp:sp>
    <dsp:sp modelId="{02756FA3-8D2F-4832-B589-6CB27D62ED72}">
      <dsp:nvSpPr>
        <dsp:cNvPr id="0" name=""/>
        <dsp:cNvSpPr/>
      </dsp:nvSpPr>
      <dsp:spPr>
        <a:xfrm>
          <a:off x="2396355" y="897907"/>
          <a:ext cx="601256" cy="60125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E2F23-A9B8-454A-B3A2-9298DD1DCA99}">
      <dsp:nvSpPr>
        <dsp:cNvPr id="0" name=""/>
        <dsp:cNvSpPr/>
      </dsp:nvSpPr>
      <dsp:spPr>
        <a:xfrm>
          <a:off x="2522619" y="1024171"/>
          <a:ext cx="348728" cy="3487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56FB9-1BE0-4FD7-94F2-9F2D94B278B2}">
      <dsp:nvSpPr>
        <dsp:cNvPr id="0" name=""/>
        <dsp:cNvSpPr/>
      </dsp:nvSpPr>
      <dsp:spPr>
        <a:xfrm>
          <a:off x="3126452" y="897907"/>
          <a:ext cx="1417246" cy="601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Manual updates only for schema or dataset changes.</a:t>
          </a:r>
        </a:p>
      </dsp:txBody>
      <dsp:txXfrm>
        <a:off x="3126452" y="897907"/>
        <a:ext cx="1417246" cy="6012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E3785DB7-2F20-5D75-846F-891F21AA7EF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24786" b="-1"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CA" sz="4500">
                <a:solidFill>
                  <a:srgbClr val="FFFFFF"/>
                </a:solidFill>
              </a:rPr>
              <a:t>ShopFlick Business Intelligence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800" dirty="0">
                <a:solidFill>
                  <a:srgbClr val="FFFFFF"/>
                </a:solidFill>
              </a:rPr>
              <a:t>Anjali Sharma | Khushboo Joshi | Shivam </a:t>
            </a:r>
            <a:r>
              <a:rPr lang="en-CA" sz="1800" dirty="0" err="1">
                <a:solidFill>
                  <a:srgbClr val="FFFFFF"/>
                </a:solidFill>
              </a:rPr>
              <a:t>Kumraa</a:t>
            </a:r>
            <a:r>
              <a:rPr lang="en-CA" sz="1800" dirty="0">
                <a:solidFill>
                  <a:srgbClr val="FFFFFF"/>
                </a:solidFill>
              </a:rPr>
              <a:t> | Saravanan </a:t>
            </a:r>
            <a:r>
              <a:rPr lang="en-CA" sz="1800" dirty="0" err="1">
                <a:solidFill>
                  <a:srgbClr val="FFFFFF"/>
                </a:solidFill>
              </a:rPr>
              <a:t>Nadanasabesan</a:t>
            </a:r>
            <a:endParaRPr lang="en-CA" sz="18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CA" sz="1800" dirty="0">
                <a:solidFill>
                  <a:srgbClr val="FFFFFF"/>
                </a:solidFill>
              </a:rPr>
              <a:t>PROG8630 - Data Visualization | Instructor: Pramod Vasista</a:t>
            </a:r>
          </a:p>
          <a:p>
            <a:pPr>
              <a:lnSpc>
                <a:spcPct val="90000"/>
              </a:lnSpc>
            </a:pPr>
            <a:r>
              <a:rPr lang="en-CA" sz="1800" dirty="0">
                <a:solidFill>
                  <a:srgbClr val="FFFFFF"/>
                </a:solidFill>
              </a:rPr>
              <a:t>April 04,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CA" sz="350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600" dirty="0"/>
              <a:t>Welcome to </a:t>
            </a:r>
            <a:r>
              <a:rPr lang="en-US" sz="1600"/>
              <a:t>the </a:t>
            </a:r>
            <a:r>
              <a:rPr lang="en-US" sz="1600" b="1"/>
              <a:t>ShopFlick </a:t>
            </a:r>
            <a:r>
              <a:rPr lang="en-US" sz="1600" b="1" dirty="0"/>
              <a:t>Business Intelligence Dashboard</a:t>
            </a:r>
            <a:r>
              <a:rPr lang="en-US" sz="1600" dirty="0"/>
              <a:t> — a powerful tool that brings together data from four key areas of our business:</a:t>
            </a:r>
            <a:br>
              <a:rPr lang="en-US" sz="1600" dirty="0"/>
            </a:br>
            <a:r>
              <a:rPr lang="en-US" sz="1600" b="1" dirty="0"/>
              <a:t>Sales, Marketing, Supply Chain &amp; Inventory, and Customer Service.</a:t>
            </a:r>
            <a:endParaRPr lang="en-US" sz="1600" dirty="0"/>
          </a:p>
          <a:p>
            <a:pPr>
              <a:lnSpc>
                <a:spcPct val="90000"/>
              </a:lnSpc>
              <a:buNone/>
            </a:pPr>
            <a:r>
              <a:rPr lang="en-US" sz="1600" dirty="0"/>
              <a:t>This dashboard aims to help teams make smarter, faster decisions by turning raw data into clear and interactive visuals.</a:t>
            </a:r>
          </a:p>
          <a:p>
            <a:pPr>
              <a:lnSpc>
                <a:spcPct val="90000"/>
              </a:lnSpc>
              <a:buNone/>
            </a:pPr>
            <a:r>
              <a:rPr lang="en-US" sz="1600" dirty="0"/>
              <a:t>With this dashboard, users can: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Track important KPIs in real time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Spot trends and patterns quickly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Understand what’s working across departments</a:t>
            </a:r>
          </a:p>
          <a:p>
            <a:pPr>
              <a:lnSpc>
                <a:spcPct val="90000"/>
              </a:lnSpc>
              <a:buNone/>
            </a:pPr>
            <a:r>
              <a:rPr lang="en-US" sz="1600" dirty="0"/>
              <a:t>In this presentation, we’ll walk you through: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key business questions we’re answering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Where the data comes from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Why we chose Power BI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 tour of each dashboard section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And how we plan to keep everything up to date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CA" sz="4700"/>
              <a:t>Dashboard Mockup – Sales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46D28759-A982-03EF-4040-3FAA89EAA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83597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CA" sz="4300"/>
              <a:t>Dashboard Mockup – Marketing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EBCCA2-E541-87AB-E506-F666EF4AFE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5115449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Dashboard Mockup – Supply Chain &amp; Inventory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7CC162-DB1B-0C83-A8F7-E1D02CF5A8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248839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4300"/>
              <a:t>Dashboard Mockup – Customer Service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C93DE2-0595-0C82-6B37-2DE302604F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265188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381677" cy="1325563"/>
          </a:xfrm>
        </p:spPr>
        <p:txBody>
          <a:bodyPr>
            <a:normAutofit/>
          </a:bodyPr>
          <a:lstStyle/>
          <a:p>
            <a:r>
              <a:rPr lang="en-CA" sz="4900"/>
              <a:t>Data Source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3BB93B-E3E4-3D60-84BE-8DC5859125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358626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People working on ideas">
            <a:extLst>
              <a:ext uri="{FF2B5EF4-FFF2-40B4-BE49-F238E27FC236}">
                <a16:creationId xmlns:a16="http://schemas.microsoft.com/office/drawing/2014/main" id="{7323D1BB-37EA-9851-FE71-9D545CBED7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80" r="19356" b="2"/>
          <a:stretch/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CA" sz="3500" dirty="0"/>
              <a:t>Tool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sz="1700" b="1" dirty="0"/>
              <a:t>Power BI </a:t>
            </a:r>
            <a:r>
              <a:rPr lang="en-US" sz="1700" dirty="0"/>
              <a:t>chosen for:</a:t>
            </a:r>
            <a:br>
              <a:rPr lang="en-US" sz="1700" dirty="0"/>
            </a:br>
            <a:br>
              <a:rPr lang="en-US" sz="1700" dirty="0"/>
            </a:br>
            <a:r>
              <a:rPr lang="en-US" sz="1700" dirty="0"/>
              <a:t>– Interactive visuals and real-time filtering</a:t>
            </a:r>
          </a:p>
          <a:p>
            <a:pPr marL="0" indent="0">
              <a:buNone/>
            </a:pPr>
            <a:r>
              <a:rPr lang="en-US" sz="1700" dirty="0"/>
              <a:t>– Seamless SQL data integration</a:t>
            </a:r>
          </a:p>
          <a:p>
            <a:pPr marL="0" indent="0">
              <a:buNone/>
            </a:pPr>
            <a:r>
              <a:rPr lang="en-US" sz="1700" dirty="0"/>
              <a:t>– Weekly auto-refresh functionality</a:t>
            </a:r>
          </a:p>
          <a:p>
            <a:pPr marL="0" indent="0">
              <a:buNone/>
            </a:pPr>
            <a:r>
              <a:rPr lang="en-US" sz="1700" dirty="0"/>
              <a:t>– Scalability and industry relevance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CA" sz="2800"/>
              <a:t>Dashboard Demo – Sales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75F7FC-4772-33EF-A8DD-B482DC50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017" y="364142"/>
            <a:ext cx="6846005" cy="3867993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Line Chart: </a:t>
            </a:r>
            <a:r>
              <a:rPr lang="en-US" sz="1600" dirty="0"/>
              <a:t>Shows total sales trend over time.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Map Visual: </a:t>
            </a:r>
            <a:r>
              <a:rPr lang="en-US" sz="1600" dirty="0"/>
              <a:t>Displays geographic sales distribution.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Bar Chart: </a:t>
            </a:r>
            <a:r>
              <a:rPr lang="en-US" sz="1600" dirty="0"/>
              <a:t>Highlights top-selling products by region.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Pie Chart: </a:t>
            </a:r>
            <a:r>
              <a:rPr lang="en-US" sz="1600" dirty="0"/>
              <a:t>Breaks down product category sales.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KPIs Cards: </a:t>
            </a:r>
            <a:r>
              <a:rPr lang="en-US" sz="1600" dirty="0"/>
              <a:t>Total Sales, Sales Growth, Top Products.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CA" sz="2800" dirty="0"/>
              <a:t>Dashboard Demo – Marketing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D66998D3-10DE-A873-6F4F-9F2B2C37E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805" y="364142"/>
            <a:ext cx="6876429" cy="386799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</a:t>
            </a:r>
            <a:r>
              <a:rPr lang="en-US" sz="1600" b="1" dirty="0"/>
              <a:t>KPI Cards: </a:t>
            </a:r>
            <a:r>
              <a:rPr lang="en-US" sz="1600" dirty="0"/>
              <a:t>Show Customer Acquisition Cost and Average Revenue.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</a:t>
            </a:r>
            <a:r>
              <a:rPr lang="en-US" sz="1600" b="1" dirty="0"/>
              <a:t>Bar Chart: </a:t>
            </a:r>
            <a:r>
              <a:rPr lang="en-US" sz="1600" dirty="0"/>
              <a:t>ROI comparison across campaigns.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</a:t>
            </a:r>
            <a:r>
              <a:rPr lang="en-US" sz="1600" b="1" dirty="0"/>
              <a:t>Line Graph:</a:t>
            </a:r>
            <a:r>
              <a:rPr lang="en-US" sz="1600" dirty="0"/>
              <a:t> CAC trend over time.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</a:t>
            </a:r>
            <a:r>
              <a:rPr lang="en-US" sz="1600" b="1" dirty="0"/>
              <a:t>Funnel Chart: </a:t>
            </a:r>
            <a:r>
              <a:rPr lang="en-US" sz="1600" dirty="0"/>
              <a:t>Visualizes customer journey from click to purchase.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</a:t>
            </a:r>
            <a:r>
              <a:rPr lang="en-US" sz="1600" b="1" dirty="0"/>
              <a:t>Bar Chart: </a:t>
            </a:r>
            <a:r>
              <a:rPr lang="en-US" sz="1600" dirty="0"/>
              <a:t>Platform-wise conversion 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CA" sz="2800"/>
              <a:t>Dashboard Demo – Supply Chain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620854F-D9D7-871E-202C-57614B37C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55" y="364142"/>
            <a:ext cx="6907129" cy="386799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KPI Cards: </a:t>
            </a:r>
            <a:r>
              <a:rPr lang="en-US" sz="1600" dirty="0"/>
              <a:t>Total Stock, Total Orders, Total Cost, In-progress Orders, Supplier Rating.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Pie Chart: </a:t>
            </a:r>
            <a:r>
              <a:rPr lang="en-US" sz="1600" dirty="0"/>
              <a:t>Stock quantity by supplier.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Bar Chart: </a:t>
            </a:r>
            <a:r>
              <a:rPr lang="en-US" sz="1600" dirty="0"/>
              <a:t>Order count per supplier.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Line Chart: </a:t>
            </a:r>
            <a:r>
              <a:rPr lang="en-US" sz="1600" dirty="0"/>
              <a:t>Total procurement cost over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CA" sz="2800" dirty="0"/>
              <a:t>Dashboard Demo – Customer Service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468E9191-5BEE-5107-CE05-08441D50B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017" y="364142"/>
            <a:ext cx="6846005" cy="386799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KPI Cards: </a:t>
            </a:r>
            <a:r>
              <a:rPr lang="en-US" sz="1600" dirty="0"/>
              <a:t>NPS Score, Total Complaints.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Donut Chart: </a:t>
            </a:r>
            <a:r>
              <a:rPr lang="en-US" sz="1600" dirty="0"/>
              <a:t>Complaint categories.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Bar Chart: </a:t>
            </a:r>
            <a:r>
              <a:rPr lang="en-US" sz="1600" dirty="0"/>
              <a:t>CSAT score by region.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Stacked Column Chart: </a:t>
            </a:r>
            <a:r>
              <a:rPr lang="en-US" sz="1600" dirty="0"/>
              <a:t>Resolved vs Unresolved complaints.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b="1" dirty="0"/>
              <a:t>Line Graph: </a:t>
            </a:r>
            <a:r>
              <a:rPr lang="en-US" sz="1600" dirty="0"/>
              <a:t>Average resolution time by region.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!!Rectangle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F6B8D44-B942-A72A-FE8E-8F9B68901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/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4218905"/>
            <a:ext cx="8375585" cy="208931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70" y="4498848"/>
            <a:ext cx="2708910" cy="1536192"/>
          </a:xfrm>
        </p:spPr>
        <p:txBody>
          <a:bodyPr>
            <a:normAutofit/>
          </a:bodyPr>
          <a:lstStyle/>
          <a:p>
            <a:r>
              <a:rPr lang="en-CA" sz="2800"/>
              <a:t>Update Plan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491151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525670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65BBF690-5AC5-1EB3-6CEC-FCA4EE9FF6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895392"/>
              </p:ext>
            </p:extLst>
          </p:nvPr>
        </p:nvGraphicFramePr>
        <p:xfrm>
          <a:off x="3971869" y="4498848"/>
          <a:ext cx="4545767" cy="1536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610</Words>
  <Application>Microsoft Office PowerPoint</Application>
  <PresentationFormat>On-screen Show (4:3)</PresentationFormat>
  <Paragraphs>75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ShopFlick Business Intelligence Dashboard</vt:lpstr>
      <vt:lpstr>Introduction</vt:lpstr>
      <vt:lpstr>Dashboard Mockup – Sales</vt:lpstr>
      <vt:lpstr>Dashboard Mockup – Marketing</vt:lpstr>
      <vt:lpstr>Dashboard Mockup – Supply Chain &amp; Inventory</vt:lpstr>
      <vt:lpstr>Dashboard Mockup – Customer Service</vt:lpstr>
      <vt:lpstr>Data Source</vt:lpstr>
      <vt:lpstr>Tool Selection</vt:lpstr>
      <vt:lpstr>Dashboard Demo – Sales</vt:lpstr>
      <vt:lpstr>Dashboard Demo – Marketing</vt:lpstr>
      <vt:lpstr>Dashboard Demo – Supply Chain</vt:lpstr>
      <vt:lpstr>Dashboard Demo – Customer Service</vt:lpstr>
      <vt:lpstr>Update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saravana sabesan</dc:creator>
  <cp:keywords/>
  <dc:description>generated using python-pptx</dc:description>
  <cp:lastModifiedBy>saravana sabesan</cp:lastModifiedBy>
  <cp:revision>19</cp:revision>
  <dcterms:created xsi:type="dcterms:W3CDTF">2013-01-27T09:14:16Z</dcterms:created>
  <dcterms:modified xsi:type="dcterms:W3CDTF">2025-04-04T21:38:21Z</dcterms:modified>
  <cp:category/>
</cp:coreProperties>
</file>